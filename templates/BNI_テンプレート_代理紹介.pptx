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5" r:id="rId2"/>
    <p:sldMasterId id="2147483718" r:id="rId3"/>
  </p:sldMasterIdLst>
  <p:notesMasterIdLst>
    <p:notesMasterId r:id="rId7"/>
  </p:notesMasterIdLst>
  <p:handoutMasterIdLst>
    <p:handoutMasterId r:id="rId8"/>
  </p:handoutMasterIdLst>
  <p:sldIdLst>
    <p:sldId id="2007580952" r:id="rId4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ra Hart" initials="SH" lastIdx="0" clrIdx="0">
    <p:extLst>
      <p:ext uri="{19B8F6BF-5375-455C-9EA6-DF929625EA0E}">
        <p15:presenceInfo xmlns:p15="http://schemas.microsoft.com/office/powerpoint/2012/main" userId="Sandra Hart" providerId="None"/>
      </p:ext>
    </p:extLst>
  </p:cmAuthor>
  <p:cmAuthor id="2" name="ken uchiya" initials="ku" lastIdx="1" clrIdx="1">
    <p:extLst>
      <p:ext uri="{19B8F6BF-5375-455C-9EA6-DF929625EA0E}">
        <p15:presenceInfo xmlns:p15="http://schemas.microsoft.com/office/powerpoint/2012/main" userId="20301e192700f570" providerId="Windows Live"/>
      </p:ext>
    </p:extLst>
  </p:cmAuthor>
  <p:cmAuthor id="3" name="雅人 原田" initials="雅原" lastIdx="2" clrIdx="2">
    <p:extLst>
      <p:ext uri="{19B8F6BF-5375-455C-9EA6-DF929625EA0E}">
        <p15:presenceInfo xmlns:p15="http://schemas.microsoft.com/office/powerpoint/2012/main" userId="b56af9a27258da6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E11D3D"/>
    <a:srgbClr val="FFFFFF"/>
    <a:srgbClr val="CF2030"/>
    <a:srgbClr val="C00000"/>
    <a:srgbClr val="9A3A3A"/>
    <a:srgbClr val="C9102E"/>
    <a:srgbClr val="CF3020"/>
    <a:srgbClr val="64666A"/>
    <a:srgbClr val="B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A09D73-43BE-4840-9852-44BE47A19FC6}" v="14" dt="2026-09-22T08:11:47.3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8" autoAdjust="0"/>
    <p:restoredTop sz="73253" autoAdjust="0"/>
  </p:normalViewPr>
  <p:slideViewPr>
    <p:cSldViewPr snapToGrid="0">
      <p:cViewPr varScale="1">
        <p:scale>
          <a:sx n="91" d="100"/>
          <a:sy n="91" d="100"/>
        </p:scale>
        <p:origin x="996" y="66"/>
      </p:cViewPr>
      <p:guideLst>
        <p:guide orient="horz" pos="2205"/>
        <p:guide pos="3840"/>
      </p:guideLst>
    </p:cSldViewPr>
  </p:slideViewPr>
  <p:outlineViewPr>
    <p:cViewPr>
      <p:scale>
        <a:sx n="33" d="100"/>
        <a:sy n="33" d="100"/>
      </p:scale>
      <p:origin x="0" y="-2673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30294"/>
    </p:cViewPr>
  </p:sorterViewPr>
  <p:notesViewPr>
    <p:cSldViewPr snapToGrid="0">
      <p:cViewPr varScale="1">
        <p:scale>
          <a:sx n="75" d="100"/>
          <a:sy n="75" d="100"/>
        </p:scale>
        <p:origin x="2885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翔太 高瀬" userId="d64d040886672171" providerId="LiveId" clId="{AE2DA98C-D102-4FA5-B1E4-54413302B284}"/>
    <pc:docChg chg="custSel addSld delSld modSld">
      <pc:chgData name="翔太 高瀬" userId="d64d040886672171" providerId="LiveId" clId="{AE2DA98C-D102-4FA5-B1E4-54413302B284}" dt="2026-09-22T08:13:00.643" v="60" actId="729"/>
      <pc:docMkLst>
        <pc:docMk/>
      </pc:docMkLst>
      <pc:sldChg chg="modSp mod">
        <pc:chgData name="翔太 高瀬" userId="d64d040886672171" providerId="LiveId" clId="{AE2DA98C-D102-4FA5-B1E4-54413302B284}" dt="2026-09-22T08:05:46.383" v="35" actId="20577"/>
        <pc:sldMkLst>
          <pc:docMk/>
          <pc:sldMk cId="2516233671" sldId="2007579312"/>
        </pc:sldMkLst>
        <pc:spChg chg="mod">
          <ac:chgData name="翔太 高瀬" userId="d64d040886672171" providerId="LiveId" clId="{AE2DA98C-D102-4FA5-B1E4-54413302B284}" dt="2026-09-22T08:05:46.383" v="35" actId="20577"/>
          <ac:spMkLst>
            <pc:docMk/>
            <pc:sldMk cId="2516233671" sldId="2007579312"/>
            <ac:spMk id="22" creationId="{98385E7F-8DAD-DF44-B898-33BA3C595C1C}"/>
          </ac:spMkLst>
        </pc:spChg>
      </pc:sldChg>
      <pc:sldChg chg="modSp">
        <pc:chgData name="翔太 高瀬" userId="d64d040886672171" providerId="LiveId" clId="{AE2DA98C-D102-4FA5-B1E4-54413302B284}" dt="2026-09-22T08:05:56.715" v="43" actId="20577"/>
        <pc:sldMkLst>
          <pc:docMk/>
          <pc:sldMk cId="3126642318" sldId="2007579885"/>
        </pc:sldMkLst>
        <pc:spChg chg="mod">
          <ac:chgData name="翔太 高瀬" userId="d64d040886672171" providerId="LiveId" clId="{AE2DA98C-D102-4FA5-B1E4-54413302B284}" dt="2026-09-22T08:05:56.715" v="43" actId="20577"/>
          <ac:spMkLst>
            <pc:docMk/>
            <pc:sldMk cId="3126642318" sldId="2007579885"/>
            <ac:spMk id="6" creationId="{F6DD202E-7C86-43F3-9639-EBF3A528A1E3}"/>
          </ac:spMkLst>
        </pc:spChg>
      </pc:sldChg>
      <pc:sldChg chg="modSp mod">
        <pc:chgData name="翔太 高瀬" userId="d64d040886672171" providerId="LiveId" clId="{AE2DA98C-D102-4FA5-B1E4-54413302B284}" dt="2026-09-22T08:06:43.437" v="46" actId="207"/>
        <pc:sldMkLst>
          <pc:docMk/>
          <pc:sldMk cId="3154724555" sldId="2007580510"/>
        </pc:sldMkLst>
        <pc:graphicFrameChg chg="modGraphic">
          <ac:chgData name="翔太 高瀬" userId="d64d040886672171" providerId="LiveId" clId="{AE2DA98C-D102-4FA5-B1E4-54413302B284}" dt="2026-09-22T08:06:43.437" v="46" actId="207"/>
          <ac:graphicFrameMkLst>
            <pc:docMk/>
            <pc:sldMk cId="3154724555" sldId="2007580510"/>
            <ac:graphicFrameMk id="9" creationId="{F46EAE86-E443-184F-B7AD-553E4F8E6730}"/>
          </ac:graphicFrameMkLst>
        </pc:graphicFrameChg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512309286" sldId="200758066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051370104" sldId="200758066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641567522" sldId="200758066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251807006" sldId="200758067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11805497" sldId="200758067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691394686" sldId="200758067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500725812" sldId="200758067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73028666" sldId="200758067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928959736" sldId="200758067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5203812" sldId="200758067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862150497" sldId="200758067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267747554" sldId="200758067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566830687" sldId="2007580680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1949340938" sldId="2007580683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3844697287" sldId="2007580683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560367736" sldId="2007580684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1811514385" sldId="2007580684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2224519634" sldId="2007580685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2243149038" sldId="2007580685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535224914" sldId="2007580686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2211128743" sldId="2007580686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1125679703" sldId="2007580687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3877275902" sldId="200758068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071414410" sldId="2007580690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1170224227" sldId="2007580694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4100229264" sldId="200758069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715303323" sldId="200758069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34402940" sldId="200758069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976095945" sldId="200758069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0659994" sldId="200758070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927051345" sldId="200758070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531257014" sldId="2007580703"/>
        </pc:sldMkLst>
      </pc:sldChg>
      <pc:sldChg chg="add mod modShow">
        <pc:chgData name="翔太 高瀬" userId="d64d040886672171" providerId="LiveId" clId="{AE2DA98C-D102-4FA5-B1E4-54413302B284}" dt="2026-09-22T08:13:00.643" v="60" actId="729"/>
        <pc:sldMkLst>
          <pc:docMk/>
          <pc:sldMk cId="3612363656" sldId="200758070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152479933" sldId="200758070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481370115" sldId="200758070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578786695" sldId="200758071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520003720" sldId="200758071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532778218" sldId="200758071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345430564" sldId="200758071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287092826" sldId="200758071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546839176" sldId="200758071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51510435" sldId="200758071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547362335" sldId="200758071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145824900" sldId="200758072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859729492" sldId="200758072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914827704" sldId="200758072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44540869" sldId="200758072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150476963" sldId="200758073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032535930" sldId="200758073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475737968" sldId="200758073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130548234" sldId="200758073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247037202" sldId="200758073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093978412" sldId="200758083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781082022" sldId="200758083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009406814" sldId="2007580833"/>
        </pc:sldMkLst>
      </pc:sldChg>
      <pc:sldChg chg="mod modShow">
        <pc:chgData name="翔太 高瀬" userId="d64d040886672171" providerId="LiveId" clId="{AE2DA98C-D102-4FA5-B1E4-54413302B284}" dt="2026-09-22T07:42:25.885" v="0" actId="729"/>
        <pc:sldMkLst>
          <pc:docMk/>
          <pc:sldMk cId="650587100" sldId="2007580835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3119712948" sldId="2007580879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93031263" sldId="2007580880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3958236475" sldId="2007580881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960725042" sldId="2007580882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2270545179" sldId="2007580883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3409883445" sldId="2007580884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1127007380" sldId="2007580885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175825624" sldId="2007580908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3474318735" sldId="2007580908"/>
        </pc:sldMkLst>
      </pc:sldChg>
      <pc:sldChg chg="add mod modShow">
        <pc:chgData name="翔太 高瀬" userId="d64d040886672171" providerId="LiveId" clId="{AE2DA98C-D102-4FA5-B1E4-54413302B284}" dt="2026-09-22T08:08:39.036" v="48" actId="34476"/>
        <pc:sldMkLst>
          <pc:docMk/>
          <pc:sldMk cId="1381343369" sldId="2007580935"/>
        </pc:sldMkLst>
      </pc:sldChg>
      <pc:sldChg chg="add">
        <pc:chgData name="翔太 高瀬" userId="d64d040886672171" providerId="LiveId" clId="{AE2DA98C-D102-4FA5-B1E4-54413302B284}" dt="2026-09-22T08:04:04.140" v="7"/>
        <pc:sldMkLst>
          <pc:docMk/>
          <pc:sldMk cId="2497003093" sldId="2007580939"/>
        </pc:sldMkLst>
      </pc:sldChg>
      <pc:sldChg chg="add">
        <pc:chgData name="翔太 高瀬" userId="d64d040886672171" providerId="LiveId" clId="{AE2DA98C-D102-4FA5-B1E4-54413302B284}" dt="2026-09-22T07:50:04.734" v="5"/>
        <pc:sldMkLst>
          <pc:docMk/>
          <pc:sldMk cId="1069735967" sldId="2007580952"/>
        </pc:sldMkLst>
      </pc:sldChg>
      <pc:sldChg chg="add">
        <pc:chgData name="翔太 高瀬" userId="d64d040886672171" providerId="LiveId" clId="{AE2DA98C-D102-4FA5-B1E4-54413302B284}" dt="2026-09-22T07:50:04.734" v="5"/>
        <pc:sldMkLst>
          <pc:docMk/>
          <pc:sldMk cId="4186174853" sldId="200758095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325043498" sldId="200758095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057239427" sldId="2007580965"/>
        </pc:sldMkLst>
      </pc:sldChg>
      <pc:sldChg chg="add mod modShow">
        <pc:chgData name="翔太 高瀬" userId="d64d040886672171" providerId="LiveId" clId="{AE2DA98C-D102-4FA5-B1E4-54413302B284}" dt="2026-09-22T08:12:34.419" v="59" actId="729"/>
        <pc:sldMkLst>
          <pc:docMk/>
          <pc:sldMk cId="201375963" sldId="2007580966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204935567" sldId="200758096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141958455" sldId="200758096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62490747" sldId="200758098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752071226" sldId="2007580981"/>
        </pc:sldMkLst>
      </pc:sldChg>
      <pc:sldChg chg="add del mod modShow">
        <pc:chgData name="翔太 高瀬" userId="d64d040886672171" providerId="LiveId" clId="{AE2DA98C-D102-4FA5-B1E4-54413302B284}" dt="2026-09-22T08:11:31.636" v="49" actId="2696"/>
        <pc:sldMkLst>
          <pc:docMk/>
          <pc:sldMk cId="2321564781" sldId="2007580996"/>
        </pc:sldMkLst>
      </pc:sldChg>
      <pc:sldChg chg="addSp delSp add mod modShow">
        <pc:chgData name="翔太 高瀬" userId="d64d040886672171" providerId="LiveId" clId="{AE2DA98C-D102-4FA5-B1E4-54413302B284}" dt="2026-09-22T08:12:27.239" v="58" actId="22"/>
        <pc:sldMkLst>
          <pc:docMk/>
          <pc:sldMk cId="3256027081" sldId="2007580996"/>
        </pc:sldMkLst>
        <pc:spChg chg="add">
          <ac:chgData name="翔太 高瀬" userId="d64d040886672171" providerId="LiveId" clId="{AE2DA98C-D102-4FA5-B1E4-54413302B284}" dt="2026-09-22T08:12:09.835" v="54" actId="22"/>
          <ac:spMkLst>
            <pc:docMk/>
            <pc:sldMk cId="3256027081" sldId="2007580996"/>
            <ac:spMk id="160" creationId="{A89013CC-7E90-F283-966A-DB1E9D9C0826}"/>
          </ac:spMkLst>
        </pc:spChg>
        <pc:spChg chg="add">
          <ac:chgData name="翔太 高瀬" userId="d64d040886672171" providerId="LiveId" clId="{AE2DA98C-D102-4FA5-B1E4-54413302B284}" dt="2026-09-22T08:12:18.937" v="56" actId="22"/>
          <ac:spMkLst>
            <pc:docMk/>
            <pc:sldMk cId="3256027081" sldId="2007580996"/>
            <ac:spMk id="162" creationId="{31BECE0C-4B1C-A93A-B828-ACB2DCE4FE23}"/>
          </ac:spMkLst>
        </pc:spChg>
        <pc:spChg chg="del">
          <ac:chgData name="翔太 高瀬" userId="d64d040886672171" providerId="LiveId" clId="{AE2DA98C-D102-4FA5-B1E4-54413302B284}" dt="2026-09-22T08:12:09.029" v="53" actId="478"/>
          <ac:spMkLst>
            <pc:docMk/>
            <pc:sldMk cId="3256027081" sldId="2007580996"/>
            <ac:spMk id="164" creationId="{644DE191-9435-981D-92E7-B13C157D470E}"/>
          </ac:spMkLst>
        </pc:spChg>
        <pc:spChg chg="add">
          <ac:chgData name="翔太 高瀬" userId="d64d040886672171" providerId="LiveId" clId="{AE2DA98C-D102-4FA5-B1E4-54413302B284}" dt="2026-09-22T08:12:27.239" v="58" actId="22"/>
          <ac:spMkLst>
            <pc:docMk/>
            <pc:sldMk cId="3256027081" sldId="2007580996"/>
            <ac:spMk id="165" creationId="{3E7ED3A2-1431-BA73-9C4E-48C9A4F6CFAC}"/>
          </ac:spMkLst>
        </pc:spChg>
        <pc:spChg chg="del">
          <ac:chgData name="翔太 高瀬" userId="d64d040886672171" providerId="LiveId" clId="{AE2DA98C-D102-4FA5-B1E4-54413302B284}" dt="2026-09-22T08:12:18.065" v="55" actId="478"/>
          <ac:spMkLst>
            <pc:docMk/>
            <pc:sldMk cId="3256027081" sldId="2007580996"/>
            <ac:spMk id="166" creationId="{50A3C803-AFCB-1FE5-437D-E2F162ED18C6}"/>
          </ac:spMkLst>
        </pc:spChg>
        <pc:spChg chg="del">
          <ac:chgData name="翔太 高瀬" userId="d64d040886672171" providerId="LiveId" clId="{AE2DA98C-D102-4FA5-B1E4-54413302B284}" dt="2026-09-22T08:12:26.411" v="57" actId="478"/>
          <ac:spMkLst>
            <pc:docMk/>
            <pc:sldMk cId="3256027081" sldId="2007580996"/>
            <ac:spMk id="168" creationId="{C6A744E5-3568-8519-07D9-6860C81886A2}"/>
          </ac:spMkLst>
        </pc:spChg>
        <pc:picChg chg="add">
          <ac:chgData name="翔太 高瀬" userId="d64d040886672171" providerId="LiveId" clId="{AE2DA98C-D102-4FA5-B1E4-54413302B284}" dt="2026-09-22T08:11:58.014" v="52" actId="22"/>
          <ac:picMkLst>
            <pc:docMk/>
            <pc:sldMk cId="3256027081" sldId="2007580996"/>
            <ac:picMk id="157" creationId="{E1CFC3C3-02A0-4E3D-CC39-080565A99220}"/>
          </ac:picMkLst>
        </pc:picChg>
      </pc:sldChg>
      <pc:sldChg chg="delSp add mod">
        <pc:chgData name="翔太 高瀬" userId="d64d040886672171" providerId="LiveId" clId="{AE2DA98C-D102-4FA5-B1E4-54413302B284}" dt="2026-09-22T08:03:18.917" v="6" actId="478"/>
        <pc:sldMkLst>
          <pc:docMk/>
          <pc:sldMk cId="4120842812" sldId="2007580997"/>
        </pc:sldMkLst>
        <pc:spChg chg="del">
          <ac:chgData name="翔太 高瀬" userId="d64d040886672171" providerId="LiveId" clId="{AE2DA98C-D102-4FA5-B1E4-54413302B284}" dt="2026-09-22T08:03:18.917" v="6" actId="478"/>
          <ac:spMkLst>
            <pc:docMk/>
            <pc:sldMk cId="4120842812" sldId="2007580997"/>
            <ac:spMk id="26" creationId="{408279AE-8AA2-25EF-5D0A-7DDDB7DDB1A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5996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5C54D-2C19-4125-968F-3903584745FD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5996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CA17C-8BF8-446E-B00E-90FF84B5AC0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0752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E50EC-8CF9-B14A-A74C-5F6850CA225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9D5DD-ACA7-F840-B1B7-9E1A7F22A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99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DF665-E355-C847-E9DD-A7137A97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BA84F6-8F9C-0FD2-FDB6-05C603A16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CB1B9A0-A2DA-A2F7-916C-FA6060E37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56AAE2-D9C0-31FE-FA78-5A7C62370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9D5DD-ACA7-F840-B1B7-9E1A7F22A1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7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7618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79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792058" y="546382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1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97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865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395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22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404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84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56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0655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46BE4C-CF11-4491-8CBD-AAE59F8151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5563" y="1583578"/>
            <a:ext cx="4559897" cy="17487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E58A23-A55E-4A3E-AC76-54DCAF7EBC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21570" y="4441118"/>
            <a:ext cx="4670430" cy="2445757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B46FE5D-3742-4427-9C5B-94ED5EE98C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602038"/>
            <a:ext cx="12192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48620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7751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199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888749" y="656994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95072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274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CAA939-0FF4-4CB2-997A-32C484386D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1182" y="2079171"/>
            <a:ext cx="9180818" cy="480770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5913E43-253A-4125-B6B5-4CEF7FFE1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09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980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3168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94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0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2891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971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4594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roved BNI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92FAFB-F83D-414B-BD74-0176152310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022" y="180295"/>
            <a:ext cx="8040218" cy="5898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1B0871-CEA7-46DD-9295-03BD20968DF0}"/>
              </a:ext>
            </a:extLst>
          </p:cNvPr>
          <p:cNvSpPr txBox="1"/>
          <p:nvPr userDrawn="1"/>
        </p:nvSpPr>
        <p:spPr>
          <a:xfrm>
            <a:off x="9608423" y="1335348"/>
            <a:ext cx="10823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/>
              <a:t>Do Not </a:t>
            </a:r>
          </a:p>
          <a:p>
            <a:pPr algn="ctr"/>
            <a:r>
              <a:rPr lang="en-US" sz="1200" b="1" dirty="0"/>
              <a:t>Use Other </a:t>
            </a:r>
          </a:p>
          <a:p>
            <a:pPr algn="ctr"/>
            <a:r>
              <a:rPr lang="en-US" sz="1200" b="1" dirty="0"/>
              <a:t>Hues of 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F96E87-288D-4E18-A7F4-14D5E33EA9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8509" y="2179337"/>
            <a:ext cx="1022176" cy="3737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D0FA09-E4C1-4D59-B18D-D09636FDA6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827" t="35301" r="34948" b="37973"/>
          <a:stretch/>
        </p:blipFill>
        <p:spPr>
          <a:xfrm>
            <a:off x="9309718" y="2787508"/>
            <a:ext cx="1679758" cy="273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81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0947" y="1323704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10326156" cy="560567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 err="1"/>
              <a:t>Titulo</a:t>
            </a:r>
            <a:endParaRPr lang="en-US" dirty="0"/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6825422" y="1584962"/>
            <a:ext cx="1606286" cy="1606286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55170" y="1864287"/>
            <a:ext cx="3804835" cy="356288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9C5CE5-683B-4EC1-8CB0-14653E337B8B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33849" y="182009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16FCD82-5585-43FA-B075-31F33C9E909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33849" y="2222644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6A55E90-62A3-4CEC-B562-E3309F149789}"/>
              </a:ext>
            </a:extLst>
          </p:cNvPr>
          <p:cNvCxnSpPr/>
          <p:nvPr userDrawn="1"/>
        </p:nvCxnSpPr>
        <p:spPr>
          <a:xfrm>
            <a:off x="633849" y="274320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2EF4FAA-F8A0-40C5-A78F-C4F24C147573}"/>
              </a:ext>
            </a:extLst>
          </p:cNvPr>
          <p:cNvCxnSpPr/>
          <p:nvPr userDrawn="1"/>
        </p:nvCxnSpPr>
        <p:spPr>
          <a:xfrm>
            <a:off x="625299" y="118872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D612469-0EA4-4DC7-A346-AF1AC892B9D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5299" y="2932835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F7A58C-101E-4429-A7A1-25E03C0DE4A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08201" y="3429226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0612DA3-A341-4DCB-88A8-85CA01303A8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08201" y="383177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930C66E-DA9A-4676-8A9E-3CAD18E33AF9}"/>
              </a:ext>
            </a:extLst>
          </p:cNvPr>
          <p:cNvCxnSpPr/>
          <p:nvPr userDrawn="1"/>
        </p:nvCxnSpPr>
        <p:spPr>
          <a:xfrm>
            <a:off x="608201" y="4352331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D3ECBCB-3553-4B08-BAFA-74D7D7E91BC2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608201" y="4567648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F8E118-CDCC-4BA0-BA4E-ED2F2E46FF64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591103" y="5064039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FD58088-C231-4D57-96CA-874C754C3FA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591103" y="5466588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0F3BA02-3DEB-49CA-A955-3C8E9DD3BD74}"/>
              </a:ext>
            </a:extLst>
          </p:cNvPr>
          <p:cNvCxnSpPr/>
          <p:nvPr userDrawn="1"/>
        </p:nvCxnSpPr>
        <p:spPr>
          <a:xfrm>
            <a:off x="591103" y="5987144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35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5000"/>
    </mc:Choice>
    <mc:Fallback xmlns=""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5723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8566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95303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21AF251-A9D8-453B-B07A-09D98E21F3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2058" y="546382"/>
            <a:ext cx="2316256" cy="231625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15353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0358" y="457201"/>
            <a:ext cx="5041929" cy="323850"/>
          </a:xfrm>
        </p:spPr>
        <p:txBody>
          <a:bodyPr>
            <a:noAutofit/>
          </a:bodyPr>
          <a:lstStyle>
            <a:lvl1pPr marL="0" indent="0">
              <a:buNone/>
              <a:defRPr sz="4000" b="1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921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792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9502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7745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81626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30117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5174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57990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598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7600220-594C-1C45-8392-17C39B7150D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963" y="6200421"/>
            <a:ext cx="798042" cy="5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0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4" r:id="rId3"/>
    <p:sldLayoutId id="214748366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22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99" r:id="rId14"/>
    <p:sldLayoutId id="2147483716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クリックするとマスタータイトルのスタイルを編集できます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クリックするとマスターのテキストスタイルを編集できます</a:t>
            </a:r>
          </a:p>
          <a:p>
            <a:pPr lvl="1"/>
            <a:r>
              <a:rPr lang="en-US" dirty="0"/>
              <a:t>第2階層</a:t>
            </a:r>
          </a:p>
          <a:p>
            <a:pPr lvl="2"/>
            <a:r>
              <a:rPr lang="en-US" dirty="0"/>
              <a:t>第3階層</a:t>
            </a:r>
          </a:p>
          <a:p>
            <a:pPr lvl="3"/>
            <a:r>
              <a:rPr lang="en-US" dirty="0"/>
              <a:t>第4階層</a:t>
            </a:r>
          </a:p>
          <a:p>
            <a:pPr lvl="4"/>
            <a:r>
              <a:rPr lang="en-US" dirty="0"/>
              <a:t>フィフスレベル</a:t>
            </a:r>
          </a:p>
        </p:txBody>
      </p:sp>
    </p:spTree>
    <p:extLst>
      <p:ext uri="{BB962C8B-B14F-4D97-AF65-F5344CB8AC3E}">
        <p14:creationId xmlns:p14="http://schemas.microsoft.com/office/powerpoint/2010/main" val="421737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12D4-39B4-2EB4-E704-716F520A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35CB765-A6F0-FE4C-15E6-F4FD357A2B4C}"/>
              </a:ext>
            </a:extLst>
          </p:cNvPr>
          <p:cNvSpPr txBox="1">
            <a:spLocks/>
          </p:cNvSpPr>
          <p:nvPr/>
        </p:nvSpPr>
        <p:spPr>
          <a:xfrm>
            <a:off x="511419" y="471281"/>
            <a:ext cx="11169161" cy="105617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代理出席の方々</a:t>
            </a:r>
          </a:p>
        </p:txBody>
      </p:sp>
      <p:pic>
        <p:nvPicPr>
          <p:cNvPr id="27" name="building relationships - vid" descr="building relationships">
            <a:hlinkClick r:id="" action="ppaction://media"/>
            <a:extLst>
              <a:ext uri="{FF2B5EF4-FFF2-40B4-BE49-F238E27FC236}">
                <a16:creationId xmlns:a16="http://schemas.microsoft.com/office/drawing/2014/main" id="{58B234FE-10F3-56D1-FD42-9CAE16EF2F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  <p:pic>
        <p:nvPicPr>
          <p:cNvPr id="13" name="Marcador de posición de imagen 12" descr="Imagen que contiene hombre, persona, interior, viendo&#10;&#10;Descripción generada automáticamente">
            <a:extLst>
              <a:ext uri="{FF2B5EF4-FFF2-40B4-BE49-F238E27FC236}">
                <a16:creationId xmlns:a16="http://schemas.microsoft.com/office/drawing/2014/main" id="{730065CD-D7F4-F253-0B8E-85E6C11A3E9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75343" y="1768723"/>
            <a:ext cx="3805237" cy="3563938"/>
          </a:xfrm>
        </p:spPr>
      </p:pic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65CF416D-4DDB-F478-D3AD-312FB9451E94}"/>
              </a:ext>
            </a:extLst>
          </p:cNvPr>
          <p:cNvGrpSpPr/>
          <p:nvPr/>
        </p:nvGrpSpPr>
        <p:grpSpPr>
          <a:xfrm>
            <a:off x="628335" y="1781423"/>
            <a:ext cx="6948122" cy="2299040"/>
            <a:chOff x="628335" y="1781423"/>
            <a:chExt cx="7247008" cy="2299040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9277B349-31BD-77FF-8DAD-49C45DCF5825}"/>
                </a:ext>
              </a:extLst>
            </p:cNvPr>
            <p:cNvCxnSpPr/>
            <p:nvPr/>
          </p:nvCxnSpPr>
          <p:spPr>
            <a:xfrm>
              <a:off x="628335" y="1781423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406F831B-A767-6348-516A-8CF0EB316D27}"/>
                </a:ext>
              </a:extLst>
            </p:cNvPr>
            <p:cNvCxnSpPr/>
            <p:nvPr/>
          </p:nvCxnSpPr>
          <p:spPr>
            <a:xfrm>
              <a:off x="628335" y="2926577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3B7CA1D6-F118-19BB-BD3E-78C3CE6DD989}"/>
                </a:ext>
              </a:extLst>
            </p:cNvPr>
            <p:cNvCxnSpPr/>
            <p:nvPr/>
          </p:nvCxnSpPr>
          <p:spPr>
            <a:xfrm>
              <a:off x="628335" y="4080463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F63057D-4DF7-06EA-9E8E-161DF9F19423}"/>
              </a:ext>
            </a:extLst>
          </p:cNvPr>
          <p:cNvSpPr/>
          <p:nvPr/>
        </p:nvSpPr>
        <p:spPr>
          <a:xfrm>
            <a:off x="628335" y="1781423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6222536-5967-AF17-86CD-06AE51831D01}"/>
              </a:ext>
            </a:extLst>
          </p:cNvPr>
          <p:cNvSpPr/>
          <p:nvPr/>
        </p:nvSpPr>
        <p:spPr>
          <a:xfrm>
            <a:off x="628335" y="2276381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334AA5F-A7B0-AC45-248D-C7294B567530}"/>
              </a:ext>
            </a:extLst>
          </p:cNvPr>
          <p:cNvSpPr/>
          <p:nvPr/>
        </p:nvSpPr>
        <p:spPr>
          <a:xfrm>
            <a:off x="2040137" y="227638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デザイン印刷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D6420BD-F52E-0172-A28B-F1479EF3BA6B}"/>
              </a:ext>
            </a:extLst>
          </p:cNvPr>
          <p:cNvSpPr/>
          <p:nvPr/>
        </p:nvSpPr>
        <p:spPr>
          <a:xfrm>
            <a:off x="2040136" y="255338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泉 ゆか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BD1AFCF-09EF-29EE-0A32-C417F4FA4EB8}"/>
              </a:ext>
            </a:extLst>
          </p:cNvPr>
          <p:cNvSpPr/>
          <p:nvPr/>
        </p:nvSpPr>
        <p:spPr>
          <a:xfrm>
            <a:off x="2040138" y="1789916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伊原 克己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5968516-B46C-1D6D-2200-862C676A8BC4}"/>
              </a:ext>
            </a:extLst>
          </p:cNvPr>
          <p:cNvSpPr/>
          <p:nvPr/>
        </p:nvSpPr>
        <p:spPr>
          <a:xfrm>
            <a:off x="628335" y="2953713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29A3ECD-7D7D-E76D-59A6-7AA094E28DAD}"/>
              </a:ext>
            </a:extLst>
          </p:cNvPr>
          <p:cNvSpPr/>
          <p:nvPr/>
        </p:nvSpPr>
        <p:spPr>
          <a:xfrm>
            <a:off x="628335" y="3448671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4DE2855-31A6-9BC8-7702-C91EE100F513}"/>
              </a:ext>
            </a:extLst>
          </p:cNvPr>
          <p:cNvSpPr/>
          <p:nvPr/>
        </p:nvSpPr>
        <p:spPr>
          <a:xfrm>
            <a:off x="2040137" y="344867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中小企業診断士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08279AE-8AA2-25EF-5D0A-7DDDB7DDB1A3}"/>
              </a:ext>
            </a:extLst>
          </p:cNvPr>
          <p:cNvSpPr/>
          <p:nvPr/>
        </p:nvSpPr>
        <p:spPr>
          <a:xfrm>
            <a:off x="2040136" y="372567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内海 泰司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1A599C4-1474-2707-125F-6171E8D6033D}"/>
              </a:ext>
            </a:extLst>
          </p:cNvPr>
          <p:cNvSpPr/>
          <p:nvPr/>
        </p:nvSpPr>
        <p:spPr>
          <a:xfrm>
            <a:off x="2040138" y="2962206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石黒 一真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F636022-5CB9-A135-B51E-3EF20F0353FD}"/>
              </a:ext>
            </a:extLst>
          </p:cNvPr>
          <p:cNvSpPr/>
          <p:nvPr/>
        </p:nvSpPr>
        <p:spPr>
          <a:xfrm>
            <a:off x="628335" y="4142159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D21BDDD-91D2-3C95-EBAE-830DE3A92987}"/>
              </a:ext>
            </a:extLst>
          </p:cNvPr>
          <p:cNvSpPr/>
          <p:nvPr/>
        </p:nvSpPr>
        <p:spPr>
          <a:xfrm>
            <a:off x="628335" y="4637117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FFACE5D-4CF0-E032-3388-E98A3B61CFC7}"/>
              </a:ext>
            </a:extLst>
          </p:cNvPr>
          <p:cNvSpPr/>
          <p:nvPr/>
        </p:nvSpPr>
        <p:spPr>
          <a:xfrm>
            <a:off x="2040137" y="4637116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カメラマン/スチール写真・映像撮影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A78DA1C-684B-FBFC-7C71-021E8646F5F8}"/>
              </a:ext>
            </a:extLst>
          </p:cNvPr>
          <p:cNvSpPr/>
          <p:nvPr/>
        </p:nvSpPr>
        <p:spPr>
          <a:xfrm>
            <a:off x="2040136" y="4914116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泉 ゆか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4555792-6261-6986-2757-F1B915A00BA8}"/>
              </a:ext>
            </a:extLst>
          </p:cNvPr>
          <p:cNvSpPr/>
          <p:nvPr/>
        </p:nvSpPr>
        <p:spPr>
          <a:xfrm>
            <a:off x="2040138" y="4150652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大川 和也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97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2.xml><?xml version="1.0" encoding="utf-8"?>
<a:theme xmlns:a="http://schemas.openxmlformats.org/drawingml/2006/main" name="1_Custom Design">
  <a:themeElements>
    <a:clrScheme name="BNI Colors">
      <a:dk1>
        <a:srgbClr val="000000"/>
      </a:dk1>
      <a:lt1>
        <a:srgbClr val="FFFFFF"/>
      </a:lt1>
      <a:dk2>
        <a:srgbClr val="CF2030"/>
      </a:dk2>
      <a:lt2>
        <a:srgbClr val="64666A"/>
      </a:lt2>
      <a:accent1>
        <a:srgbClr val="C8C8C8"/>
      </a:accent1>
      <a:accent2>
        <a:srgbClr val="F3F3F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I PPT Template" id="{A506243F-EDFE-42E5-B171-D81643DB863B}" vid="{EE114906-2E5D-4B27-8D3B-83F3043AB910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ワイド画面</PresentationFormat>
  <Paragraphs>66</Paragraphs>
  <Slides>3</Slides>
  <Notes>3</Notes>
  <HiddenSlides>0</HiddenSlides>
  <MMClips>3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Meiryo UI</vt:lpstr>
      <vt:lpstr>Arial</vt:lpstr>
      <vt:lpstr>Arial Black</vt:lpstr>
      <vt:lpstr>Calibri</vt:lpstr>
      <vt:lpstr>Custom Design</vt:lpstr>
      <vt:lpstr>1_Custom Design</vt:lpstr>
      <vt:lpstr>2_Custom Design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Robin Schuckmann</dc:creator>
  <cp:lastModifiedBy>木村光範</cp:lastModifiedBy>
  <cp:revision>2981</cp:revision>
  <cp:lastPrinted>2023-08-15T10:09:06Z</cp:lastPrinted>
  <dcterms:created xsi:type="dcterms:W3CDTF">2020-04-22T15:10:35Z</dcterms:created>
  <dcterms:modified xsi:type="dcterms:W3CDTF">2026-09-23T12:29:52Z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73b9e9-5d89-45b0-bd92-22edbafde660_Enabled">
    <vt:lpwstr>true</vt:lpwstr>
  </property>
  <property fmtid="{D5CDD505-2E9C-101B-9397-08002B2CF9AE}" pid="3" name="MSIP_Label_d273b9e9-5d89-45b0-bd92-22edbafde660_SetDate">
    <vt:lpwstr>2025-11-18T07:08:39Z</vt:lpwstr>
  </property>
  <property fmtid="{D5CDD505-2E9C-101B-9397-08002B2CF9AE}" pid="4" name="MSIP_Label_d273b9e9-5d89-45b0-bd92-22edbafde660_Method">
    <vt:lpwstr>Standard</vt:lpwstr>
  </property>
  <property fmtid="{D5CDD505-2E9C-101B-9397-08002B2CF9AE}" pid="5" name="MSIP_Label_d273b9e9-5d89-45b0-bd92-22edbafde660_Name">
    <vt:lpwstr>ALJ_Internal</vt:lpwstr>
  </property>
  <property fmtid="{D5CDD505-2E9C-101B-9397-08002B2CF9AE}" pid="6" name="MSIP_Label_d273b9e9-5d89-45b0-bd92-22edbafde660_SiteId">
    <vt:lpwstr>396b38cc-aa65-492b-bb0e-3d94ed25a97b</vt:lpwstr>
  </property>
  <property fmtid="{D5CDD505-2E9C-101B-9397-08002B2CF9AE}" pid="7" name="MSIP_Label_d273b9e9-5d89-45b0-bd92-22edbafde660_ActionId">
    <vt:lpwstr>bc4d2ba2-d56e-4b4e-8fa6-bca50515101a</vt:lpwstr>
  </property>
  <property fmtid="{D5CDD505-2E9C-101B-9397-08002B2CF9AE}" pid="8" name="MSIP_Label_d273b9e9-5d89-45b0-bd92-22edbafde660_ContentBits">
    <vt:lpwstr>0</vt:lpwstr>
  </property>
</Properties>
</file>