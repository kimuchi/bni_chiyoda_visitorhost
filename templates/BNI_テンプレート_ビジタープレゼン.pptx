
<file path=[Content_Types].xml><?xml version="1.0" encoding="utf-8"?>
<Types xmlns="http://schemas.openxmlformats.org/package/2006/content-types">
  <Default Extension="jpeg" ContentType="image/jpeg"/>
  <Default Extension="mp3" ContentType="audio/m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  <p:sldMasterId id="2147483665" r:id="rId2"/>
    <p:sldMasterId id="2147483718" r:id="rId3"/>
  </p:sldMasterIdLst>
  <p:notesMasterIdLst>
    <p:notesMasterId r:id="rId7"/>
  </p:notesMasterIdLst>
  <p:handoutMasterIdLst>
    <p:handoutMasterId r:id="rId8"/>
  </p:handoutMasterIdLst>
  <p:sldIdLst>
    <p:sldId id="2007580879" r:id="rId6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dra Hart" initials="SH" lastIdx="0" clrIdx="0">
    <p:extLst>
      <p:ext uri="{19B8F6BF-5375-455C-9EA6-DF929625EA0E}">
        <p15:presenceInfo xmlns:p15="http://schemas.microsoft.com/office/powerpoint/2012/main" userId="Sandra Hart" providerId="None"/>
      </p:ext>
    </p:extLst>
  </p:cmAuthor>
  <p:cmAuthor id="2" name="ken uchiya" initials="ku" lastIdx="1" clrIdx="1">
    <p:extLst>
      <p:ext uri="{19B8F6BF-5375-455C-9EA6-DF929625EA0E}">
        <p15:presenceInfo xmlns:p15="http://schemas.microsoft.com/office/powerpoint/2012/main" userId="20301e192700f570" providerId="Windows Live"/>
      </p:ext>
    </p:extLst>
  </p:cmAuthor>
  <p:cmAuthor id="3" name="雅人 原田" initials="雅原" lastIdx="2" clrIdx="2">
    <p:extLst>
      <p:ext uri="{19B8F6BF-5375-455C-9EA6-DF929625EA0E}">
        <p15:presenceInfo xmlns:p15="http://schemas.microsoft.com/office/powerpoint/2012/main" userId="b56af9a27258da6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  <a:srgbClr val="E11D3D"/>
    <a:srgbClr val="FFFFFF"/>
    <a:srgbClr val="CF2030"/>
    <a:srgbClr val="C00000"/>
    <a:srgbClr val="9A3A3A"/>
    <a:srgbClr val="C9102E"/>
    <a:srgbClr val="CF3020"/>
    <a:srgbClr val="64666A"/>
    <a:srgbClr val="BA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A09D73-43BE-4840-9852-44BE47A19FC6}" v="14" dt="2026-09-22T08:11:47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799B23B-EC83-4686-B30A-512413B5E67A}" styleName="淡色スタイル 3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08" autoAdjust="0"/>
    <p:restoredTop sz="73253" autoAdjust="0"/>
  </p:normalViewPr>
  <p:slideViewPr>
    <p:cSldViewPr snapToGrid="0">
      <p:cViewPr varScale="1">
        <p:scale>
          <a:sx n="91" d="100"/>
          <a:sy n="91" d="100"/>
        </p:scale>
        <p:origin x="996" y="66"/>
      </p:cViewPr>
      <p:guideLst>
        <p:guide orient="horz" pos="2205"/>
        <p:guide pos="3840"/>
      </p:guideLst>
    </p:cSldViewPr>
  </p:slideViewPr>
  <p:outlineViewPr>
    <p:cViewPr>
      <p:scale>
        <a:sx n="33" d="100"/>
        <a:sy n="33" d="100"/>
      </p:scale>
      <p:origin x="0" y="-2673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30294"/>
    </p:cViewPr>
  </p:sorterViewPr>
  <p:notesViewPr>
    <p:cSldViewPr snapToGrid="0">
      <p:cViewPr varScale="1">
        <p:scale>
          <a:sx n="75" d="100"/>
          <a:sy n="75" d="100"/>
        </p:scale>
        <p:origin x="2885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viewProps" Target="viewProps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翔太 高瀬" userId="d64d040886672171" providerId="LiveId" clId="{AE2DA98C-D102-4FA5-B1E4-54413302B284}"/>
    <pc:docChg chg="custSel addSld delSld modSld">
      <pc:chgData name="翔太 高瀬" userId="d64d040886672171" providerId="LiveId" clId="{AE2DA98C-D102-4FA5-B1E4-54413302B284}" dt="2026-09-22T08:13:00.643" v="60" actId="729"/>
      <pc:docMkLst>
        <pc:docMk/>
      </pc:docMkLst>
      <pc:sldChg chg="modSp mod">
        <pc:chgData name="翔太 高瀬" userId="d64d040886672171" providerId="LiveId" clId="{AE2DA98C-D102-4FA5-B1E4-54413302B284}" dt="2026-09-22T08:05:46.383" v="35" actId="20577"/>
        <pc:sldMkLst>
          <pc:docMk/>
          <pc:sldMk cId="2516233671" sldId="2007579312"/>
        </pc:sldMkLst>
        <pc:spChg chg="mod">
          <ac:chgData name="翔太 高瀬" userId="d64d040886672171" providerId="LiveId" clId="{AE2DA98C-D102-4FA5-B1E4-54413302B284}" dt="2026-09-22T08:05:46.383" v="35" actId="20577"/>
          <ac:spMkLst>
            <pc:docMk/>
            <pc:sldMk cId="2516233671" sldId="2007579312"/>
            <ac:spMk id="22" creationId="{98385E7F-8DAD-DF44-B898-33BA3C595C1C}"/>
          </ac:spMkLst>
        </pc:spChg>
      </pc:sldChg>
      <pc:sldChg chg="modSp">
        <pc:chgData name="翔太 高瀬" userId="d64d040886672171" providerId="LiveId" clId="{AE2DA98C-D102-4FA5-B1E4-54413302B284}" dt="2026-09-22T08:05:56.715" v="43" actId="20577"/>
        <pc:sldMkLst>
          <pc:docMk/>
          <pc:sldMk cId="3126642318" sldId="2007579885"/>
        </pc:sldMkLst>
        <pc:spChg chg="mod">
          <ac:chgData name="翔太 高瀬" userId="d64d040886672171" providerId="LiveId" clId="{AE2DA98C-D102-4FA5-B1E4-54413302B284}" dt="2026-09-22T08:05:56.715" v="43" actId="20577"/>
          <ac:spMkLst>
            <pc:docMk/>
            <pc:sldMk cId="3126642318" sldId="2007579885"/>
            <ac:spMk id="6" creationId="{F6DD202E-7C86-43F3-9639-EBF3A528A1E3}"/>
          </ac:spMkLst>
        </pc:spChg>
      </pc:sldChg>
      <pc:sldChg chg="modSp mod">
        <pc:chgData name="翔太 高瀬" userId="d64d040886672171" providerId="LiveId" clId="{AE2DA98C-D102-4FA5-B1E4-54413302B284}" dt="2026-09-22T08:06:43.437" v="46" actId="207"/>
        <pc:sldMkLst>
          <pc:docMk/>
          <pc:sldMk cId="3154724555" sldId="2007580510"/>
        </pc:sldMkLst>
        <pc:graphicFrameChg chg="modGraphic">
          <ac:chgData name="翔太 高瀬" userId="d64d040886672171" providerId="LiveId" clId="{AE2DA98C-D102-4FA5-B1E4-54413302B284}" dt="2026-09-22T08:06:43.437" v="46" actId="207"/>
          <ac:graphicFrameMkLst>
            <pc:docMk/>
            <pc:sldMk cId="3154724555" sldId="2007580510"/>
            <ac:graphicFrameMk id="9" creationId="{F46EAE86-E443-184F-B7AD-553E4F8E6730}"/>
          </ac:graphicFrameMkLst>
        </pc:graphicFrameChg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12309286" sldId="200758066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51370104" sldId="200758066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641567522" sldId="200758066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251807006" sldId="200758067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11805497" sldId="200758067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691394686" sldId="200758067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00725812" sldId="200758067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73028666" sldId="200758067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928959736" sldId="200758067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5203812" sldId="200758067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862150497" sldId="200758067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267747554" sldId="200758067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66830687" sldId="2007580680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1949340938" sldId="2007580683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3844697287" sldId="2007580683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560367736" sldId="200758068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811514385" sldId="200758068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2224519634" sldId="2007580685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2243149038" sldId="2007580685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535224914" sldId="2007580686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2211128743" sldId="2007580686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125679703" sldId="2007580687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3877275902" sldId="200758068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71414410" sldId="2007580690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1170224227" sldId="200758069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4100229264" sldId="200758069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715303323" sldId="200758069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34402940" sldId="200758069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976095945" sldId="200758069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0659994" sldId="200758070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927051345" sldId="200758070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31257014" sldId="2007580703"/>
        </pc:sldMkLst>
      </pc:sldChg>
      <pc:sldChg chg="add mod modShow">
        <pc:chgData name="翔太 高瀬" userId="d64d040886672171" providerId="LiveId" clId="{AE2DA98C-D102-4FA5-B1E4-54413302B284}" dt="2026-09-22T08:13:00.643" v="60" actId="729"/>
        <pc:sldMkLst>
          <pc:docMk/>
          <pc:sldMk cId="3612363656" sldId="200758070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152479933" sldId="200758070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481370115" sldId="200758070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578786695" sldId="200758071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20003720" sldId="200758071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32778218" sldId="200758071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345430564" sldId="200758071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287092826" sldId="200758071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46839176" sldId="200758071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1510435" sldId="200758071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47362335" sldId="200758071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45824900" sldId="200758072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859729492" sldId="200758072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914827704" sldId="200758072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44540869" sldId="200758072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50476963" sldId="200758073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032535930" sldId="200758073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475737968" sldId="200758073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130548234" sldId="200758073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247037202" sldId="200758073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093978412" sldId="200758083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781082022" sldId="200758083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009406814" sldId="2007580833"/>
        </pc:sldMkLst>
      </pc:sldChg>
      <pc:sldChg chg="mod modShow">
        <pc:chgData name="翔太 高瀬" userId="d64d040886672171" providerId="LiveId" clId="{AE2DA98C-D102-4FA5-B1E4-54413302B284}" dt="2026-09-22T07:42:25.885" v="0" actId="729"/>
        <pc:sldMkLst>
          <pc:docMk/>
          <pc:sldMk cId="650587100" sldId="2007580835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119712948" sldId="2007580879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93031263" sldId="2007580880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958236475" sldId="2007580881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960725042" sldId="2007580882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2270545179" sldId="2007580883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409883445" sldId="2007580884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1127007380" sldId="2007580885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75825624" sldId="2007580908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3474318735" sldId="2007580908"/>
        </pc:sldMkLst>
      </pc:sldChg>
      <pc:sldChg chg="add mod modShow">
        <pc:chgData name="翔太 高瀬" userId="d64d040886672171" providerId="LiveId" clId="{AE2DA98C-D102-4FA5-B1E4-54413302B284}" dt="2026-09-22T08:08:39.036" v="48" actId="34476"/>
        <pc:sldMkLst>
          <pc:docMk/>
          <pc:sldMk cId="1381343369" sldId="2007580935"/>
        </pc:sldMkLst>
      </pc:sldChg>
      <pc:sldChg chg="add">
        <pc:chgData name="翔太 高瀬" userId="d64d040886672171" providerId="LiveId" clId="{AE2DA98C-D102-4FA5-B1E4-54413302B284}" dt="2026-09-22T08:04:04.140" v="7"/>
        <pc:sldMkLst>
          <pc:docMk/>
          <pc:sldMk cId="2497003093" sldId="2007580939"/>
        </pc:sldMkLst>
      </pc:sldChg>
      <pc:sldChg chg="add">
        <pc:chgData name="翔太 高瀬" userId="d64d040886672171" providerId="LiveId" clId="{AE2DA98C-D102-4FA5-B1E4-54413302B284}" dt="2026-09-22T07:50:04.734" v="5"/>
        <pc:sldMkLst>
          <pc:docMk/>
          <pc:sldMk cId="1069735967" sldId="2007580952"/>
        </pc:sldMkLst>
      </pc:sldChg>
      <pc:sldChg chg="add">
        <pc:chgData name="翔太 高瀬" userId="d64d040886672171" providerId="LiveId" clId="{AE2DA98C-D102-4FA5-B1E4-54413302B284}" dt="2026-09-22T07:50:04.734" v="5"/>
        <pc:sldMkLst>
          <pc:docMk/>
          <pc:sldMk cId="4186174853" sldId="200758095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325043498" sldId="200758095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57239427" sldId="2007580965"/>
        </pc:sldMkLst>
      </pc:sldChg>
      <pc:sldChg chg="add mod modShow">
        <pc:chgData name="翔太 高瀬" userId="d64d040886672171" providerId="LiveId" clId="{AE2DA98C-D102-4FA5-B1E4-54413302B284}" dt="2026-09-22T08:12:34.419" v="59" actId="729"/>
        <pc:sldMkLst>
          <pc:docMk/>
          <pc:sldMk cId="201375963" sldId="2007580966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204935567" sldId="200758096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41958455" sldId="200758096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62490747" sldId="200758098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752071226" sldId="2007580981"/>
        </pc:sldMkLst>
      </pc:sldChg>
      <pc:sldChg chg="add del mod modShow">
        <pc:chgData name="翔太 高瀬" userId="d64d040886672171" providerId="LiveId" clId="{AE2DA98C-D102-4FA5-B1E4-54413302B284}" dt="2026-09-22T08:11:31.636" v="49" actId="2696"/>
        <pc:sldMkLst>
          <pc:docMk/>
          <pc:sldMk cId="2321564781" sldId="2007580996"/>
        </pc:sldMkLst>
      </pc:sldChg>
      <pc:sldChg chg="addSp delSp add mod modShow">
        <pc:chgData name="翔太 高瀬" userId="d64d040886672171" providerId="LiveId" clId="{AE2DA98C-D102-4FA5-B1E4-54413302B284}" dt="2026-09-22T08:12:27.239" v="58" actId="22"/>
        <pc:sldMkLst>
          <pc:docMk/>
          <pc:sldMk cId="3256027081" sldId="2007580996"/>
        </pc:sldMkLst>
        <pc:spChg chg="add">
          <ac:chgData name="翔太 高瀬" userId="d64d040886672171" providerId="LiveId" clId="{AE2DA98C-D102-4FA5-B1E4-54413302B284}" dt="2026-09-22T08:12:09.835" v="54" actId="22"/>
          <ac:spMkLst>
            <pc:docMk/>
            <pc:sldMk cId="3256027081" sldId="2007580996"/>
            <ac:spMk id="160" creationId="{A89013CC-7E90-F283-966A-DB1E9D9C0826}"/>
          </ac:spMkLst>
        </pc:spChg>
        <pc:spChg chg="add">
          <ac:chgData name="翔太 高瀬" userId="d64d040886672171" providerId="LiveId" clId="{AE2DA98C-D102-4FA5-B1E4-54413302B284}" dt="2026-09-22T08:12:18.937" v="56" actId="22"/>
          <ac:spMkLst>
            <pc:docMk/>
            <pc:sldMk cId="3256027081" sldId="2007580996"/>
            <ac:spMk id="162" creationId="{31BECE0C-4B1C-A93A-B828-ACB2DCE4FE23}"/>
          </ac:spMkLst>
        </pc:spChg>
        <pc:spChg chg="del">
          <ac:chgData name="翔太 高瀬" userId="d64d040886672171" providerId="LiveId" clId="{AE2DA98C-D102-4FA5-B1E4-54413302B284}" dt="2026-09-22T08:12:09.029" v="53" actId="478"/>
          <ac:spMkLst>
            <pc:docMk/>
            <pc:sldMk cId="3256027081" sldId="2007580996"/>
            <ac:spMk id="164" creationId="{644DE191-9435-981D-92E7-B13C157D470E}"/>
          </ac:spMkLst>
        </pc:spChg>
        <pc:spChg chg="add">
          <ac:chgData name="翔太 高瀬" userId="d64d040886672171" providerId="LiveId" clId="{AE2DA98C-D102-4FA5-B1E4-54413302B284}" dt="2026-09-22T08:12:27.239" v="58" actId="22"/>
          <ac:spMkLst>
            <pc:docMk/>
            <pc:sldMk cId="3256027081" sldId="2007580996"/>
            <ac:spMk id="165" creationId="{3E7ED3A2-1431-BA73-9C4E-48C9A4F6CFAC}"/>
          </ac:spMkLst>
        </pc:spChg>
        <pc:spChg chg="del">
          <ac:chgData name="翔太 高瀬" userId="d64d040886672171" providerId="LiveId" clId="{AE2DA98C-D102-4FA5-B1E4-54413302B284}" dt="2026-09-22T08:12:18.065" v="55" actId="478"/>
          <ac:spMkLst>
            <pc:docMk/>
            <pc:sldMk cId="3256027081" sldId="2007580996"/>
            <ac:spMk id="166" creationId="{50A3C803-AFCB-1FE5-437D-E2F162ED18C6}"/>
          </ac:spMkLst>
        </pc:spChg>
        <pc:spChg chg="del">
          <ac:chgData name="翔太 高瀬" userId="d64d040886672171" providerId="LiveId" clId="{AE2DA98C-D102-4FA5-B1E4-54413302B284}" dt="2026-09-22T08:12:26.411" v="57" actId="478"/>
          <ac:spMkLst>
            <pc:docMk/>
            <pc:sldMk cId="3256027081" sldId="2007580996"/>
            <ac:spMk id="168" creationId="{C6A744E5-3568-8519-07D9-6860C81886A2}"/>
          </ac:spMkLst>
        </pc:spChg>
        <pc:picChg chg="add">
          <ac:chgData name="翔太 高瀬" userId="d64d040886672171" providerId="LiveId" clId="{AE2DA98C-D102-4FA5-B1E4-54413302B284}" dt="2026-09-22T08:11:58.014" v="52" actId="22"/>
          <ac:picMkLst>
            <pc:docMk/>
            <pc:sldMk cId="3256027081" sldId="2007580996"/>
            <ac:picMk id="157" creationId="{E1CFC3C3-02A0-4E3D-CC39-080565A99220}"/>
          </ac:picMkLst>
        </pc:picChg>
      </pc:sldChg>
      <pc:sldChg chg="delSp add mod">
        <pc:chgData name="翔太 高瀬" userId="d64d040886672171" providerId="LiveId" clId="{AE2DA98C-D102-4FA5-B1E4-54413302B284}" dt="2026-09-22T08:03:18.917" v="6" actId="478"/>
        <pc:sldMkLst>
          <pc:docMk/>
          <pc:sldMk cId="4120842812" sldId="2007580997"/>
        </pc:sldMkLst>
        <pc:spChg chg="del">
          <ac:chgData name="翔太 高瀬" userId="d64d040886672171" providerId="LiveId" clId="{AE2DA98C-D102-4FA5-B1E4-54413302B284}" dt="2026-09-22T08:03:18.917" v="6" actId="478"/>
          <ac:spMkLst>
            <pc:docMk/>
            <pc:sldMk cId="4120842812" sldId="2007580997"/>
            <ac:spMk id="26" creationId="{408279AE-8AA2-25EF-5D0A-7DDDB7DDB1A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35996" y="1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B5C54D-2C19-4125-968F-3903584745FD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73755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35996" y="8773755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3CA17C-8BF8-446E-B00E-90FF84B5AC0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107525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2E50EC-8CF9-B14A-A74C-5F6850CA225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325" y="4445000"/>
            <a:ext cx="5559425" cy="36369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F9D5DD-ACA7-F840-B1B7-9E1A7F22A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399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80992-2003-C3B7-4EA2-3D24CB74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164E3FD-3670-FACD-2CA4-AC1DD398C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C3EC227-C57E-4C80-C498-48F1859B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I-021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0FEF7BF-FE0F-22E1-0815-E76E603A38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F9D5DD-ACA7-F840-B1B7-9E1A7F22A1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35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9.png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76182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77955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0947" y="1894865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4650263" cy="1182756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5792058" y="546382"/>
            <a:ext cx="2124949" cy="2124949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514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7976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865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73950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30226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4043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2842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56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80655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346BE4C-CF11-4491-8CBD-AAE59F8151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95563" y="1583578"/>
            <a:ext cx="4559897" cy="17487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E58A23-A55E-4A3E-AC76-54DCAF7EBC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521570" y="4441118"/>
            <a:ext cx="4670430" cy="2445757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CB46FE5D-3742-4427-9C5B-94ED5EE98C0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0" y="3602038"/>
            <a:ext cx="12192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7486209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977512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671998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0947" y="1894865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4650263" cy="1182756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5888749" y="656994"/>
            <a:ext cx="2124949" cy="2124949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950722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0274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DCAA939-0FF4-4CB2-997A-32C484386D9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11182" y="2079171"/>
            <a:ext cx="9180818" cy="480770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B5913E43-253A-4125-B6B5-4CEF7FFE1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509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9809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3168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194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702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228919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897174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145942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roved BNI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892FAFB-F83D-414B-BD74-0176152310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022" y="180295"/>
            <a:ext cx="8040218" cy="58989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1B0871-CEA7-46DD-9295-03BD20968DF0}"/>
              </a:ext>
            </a:extLst>
          </p:cNvPr>
          <p:cNvSpPr txBox="1"/>
          <p:nvPr userDrawn="1"/>
        </p:nvSpPr>
        <p:spPr>
          <a:xfrm>
            <a:off x="9608423" y="1335348"/>
            <a:ext cx="108234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b="1" dirty="0"/>
              <a:t>Do Not </a:t>
            </a:r>
          </a:p>
          <a:p>
            <a:pPr algn="ctr"/>
            <a:r>
              <a:rPr lang="en-US" sz="1200" b="1" dirty="0"/>
              <a:t>Use Other </a:t>
            </a:r>
          </a:p>
          <a:p>
            <a:pPr algn="ctr"/>
            <a:r>
              <a:rPr lang="en-US" sz="1200" b="1" dirty="0"/>
              <a:t>Hues of Red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F96E87-288D-4E18-A7F4-14D5E33EA9F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38509" y="2179337"/>
            <a:ext cx="1022176" cy="3737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D0FA09-E4C1-4D59-B18D-D09636FDA63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4827" t="35301" r="34948" b="37973"/>
          <a:stretch/>
        </p:blipFill>
        <p:spPr>
          <a:xfrm>
            <a:off x="9309718" y="2787508"/>
            <a:ext cx="1679758" cy="2735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9818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0947" y="1323704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10326156" cy="560567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 err="1"/>
              <a:t>Titulo</a:t>
            </a:r>
            <a:endParaRPr lang="en-US" dirty="0"/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6825422" y="1584962"/>
            <a:ext cx="1606286" cy="1606286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155170" y="1864287"/>
            <a:ext cx="3804835" cy="3562888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Imagen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C9C5CE5-683B-4EC1-8CB0-14653E337B8B}"/>
              </a:ext>
            </a:extLst>
          </p:cNvPr>
          <p:cNvSpPr>
            <a:spLocks noGrp="1"/>
          </p:cNvSpPr>
          <p:nvPr>
            <p:ph type="body" sz="half" idx="13" hasCustomPrompt="1"/>
          </p:nvPr>
        </p:nvSpPr>
        <p:spPr>
          <a:xfrm>
            <a:off x="633849" y="1820095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16FCD82-5585-43FA-B075-31F33C9E909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633849" y="2222644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6A55E90-62A3-4CEC-B562-E3309F149789}"/>
              </a:ext>
            </a:extLst>
          </p:cNvPr>
          <p:cNvCxnSpPr/>
          <p:nvPr userDrawn="1"/>
        </p:nvCxnSpPr>
        <p:spPr>
          <a:xfrm>
            <a:off x="633849" y="2743200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02EF4FAA-F8A0-40C5-A78F-C4F24C147573}"/>
              </a:ext>
            </a:extLst>
          </p:cNvPr>
          <p:cNvCxnSpPr/>
          <p:nvPr userDrawn="1"/>
        </p:nvCxnSpPr>
        <p:spPr>
          <a:xfrm>
            <a:off x="625299" y="1188720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CD612469-0EA4-4DC7-A346-AF1AC892B9DF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625299" y="2932835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0F7A58C-101E-4429-A7A1-25E03C0DE4A0}"/>
              </a:ext>
            </a:extLst>
          </p:cNvPr>
          <p:cNvSpPr>
            <a:spLocks noGrp="1"/>
          </p:cNvSpPr>
          <p:nvPr>
            <p:ph type="body" sz="half" idx="16" hasCustomPrompt="1"/>
          </p:nvPr>
        </p:nvSpPr>
        <p:spPr>
          <a:xfrm>
            <a:off x="608201" y="3429226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0612DA3-A341-4DCB-88A8-85CA01303A81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608201" y="3831775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B930C66E-DA9A-4676-8A9E-3CAD18E33AF9}"/>
              </a:ext>
            </a:extLst>
          </p:cNvPr>
          <p:cNvCxnSpPr/>
          <p:nvPr userDrawn="1"/>
        </p:nvCxnSpPr>
        <p:spPr>
          <a:xfrm>
            <a:off x="608201" y="4352331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D3ECBCB-3553-4B08-BAFA-74D7D7E91BC2}"/>
              </a:ext>
            </a:extLst>
          </p:cNvPr>
          <p:cNvSpPr>
            <a:spLocks noGrp="1"/>
          </p:cNvSpPr>
          <p:nvPr>
            <p:ph type="body" sz="half" idx="18" hasCustomPrompt="1"/>
          </p:nvPr>
        </p:nvSpPr>
        <p:spPr>
          <a:xfrm>
            <a:off x="608201" y="4567648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3F8E118-CDCC-4BA0-BA4E-ED2F2E46FF64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591103" y="5064039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9FD58088-C231-4D57-96CA-874C754C3FA6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591103" y="5466588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F0F3BA02-3DEB-49CA-A955-3C8E9DD3BD74}"/>
              </a:ext>
            </a:extLst>
          </p:cNvPr>
          <p:cNvCxnSpPr/>
          <p:nvPr userDrawn="1"/>
        </p:nvCxnSpPr>
        <p:spPr>
          <a:xfrm>
            <a:off x="591103" y="5987144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354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5000"/>
    </mc:Choice>
    <mc:Fallback xmlns="">
      <p:transition spd="slow"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95723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85668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95303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A21AF251-A9D8-453B-B07A-09D98E21F3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92058" y="546382"/>
            <a:ext cx="2316256" cy="231625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15353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0358" y="457201"/>
            <a:ext cx="5041929" cy="323850"/>
          </a:xfrm>
        </p:spPr>
        <p:txBody>
          <a:bodyPr>
            <a:noAutofit/>
          </a:bodyPr>
          <a:lstStyle>
            <a:lvl1pPr marL="0" indent="0">
              <a:buNone/>
              <a:defRPr sz="4000" b="1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292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87920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09502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177458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8816264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301172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45174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1579909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5986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C7600220-594C-1C45-8392-17C39B7150D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0963" y="6200421"/>
            <a:ext cx="798042" cy="54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40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64" r:id="rId3"/>
    <p:sldLayoutId id="214748366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E366C2-445C-8C4D-8274-4B1C66A25E12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0963" y="6351103"/>
            <a:ext cx="976497" cy="3744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5226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99" r:id="rId14"/>
    <p:sldLayoutId id="2147483716" r:id="rId15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00000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E366C2-445C-8C4D-8274-4B1C66A25E12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0963" y="6351103"/>
            <a:ext cx="976497" cy="3744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クリックするとマスタータイトルのスタイルを編集できます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クリックするとマスターのテキストスタイルを編集できます</a:t>
            </a:r>
          </a:p>
          <a:p>
            <a:pPr lvl="1"/>
            <a:r>
              <a:rPr lang="en-US" dirty="0"/>
              <a:t>第2階層</a:t>
            </a:r>
          </a:p>
          <a:p>
            <a:pPr lvl="2"/>
            <a:r>
              <a:rPr lang="en-US" dirty="0"/>
              <a:t>第3階層</a:t>
            </a:r>
          </a:p>
          <a:p>
            <a:pPr lvl="3"/>
            <a:r>
              <a:rPr lang="en-US" dirty="0"/>
              <a:t>第4階層</a:t>
            </a:r>
          </a:p>
          <a:p>
            <a:pPr lvl="4"/>
            <a:r>
              <a:rPr lang="en-US" dirty="0"/>
              <a:t>フィフスレベル</a:t>
            </a:r>
          </a:p>
        </p:txBody>
      </p:sp>
    </p:spTree>
    <p:extLst>
      <p:ext uri="{BB962C8B-B14F-4D97-AF65-F5344CB8AC3E}">
        <p14:creationId xmlns:p14="http://schemas.microsoft.com/office/powerpoint/2010/main" val="4217378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microsoft.com/office/2007/relationships/media" Target="../media/media2.mp3"/><Relationship Id="rId1" Type="http://schemas.openxmlformats.org/officeDocument/2006/relationships/audio" Target="NULL" TargetMode="Externa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8AF39-9DCA-6DD4-6034-54C6BEE3B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図 31">
            <a:extLst>
              <a:ext uri="{FF2B5EF4-FFF2-40B4-BE49-F238E27FC236}">
                <a16:creationId xmlns:a16="http://schemas.microsoft.com/office/drawing/2014/main" id="{D2D48D77-6E14-FD11-9C3F-08A996F03A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260"/>
          <a:stretch>
            <a:fillRect/>
          </a:stretch>
        </p:blipFill>
        <p:spPr>
          <a:xfrm>
            <a:off x="681060" y="953512"/>
            <a:ext cx="4044901" cy="4948437"/>
          </a:xfrm>
          <a:prstGeom prst="rect">
            <a:avLst/>
          </a:prstGeom>
        </p:spPr>
      </p:pic>
      <p:pic>
        <p:nvPicPr>
          <p:cNvPr id="49" name="B60AFDE8">
            <a:hlinkClick r:id="" action="ppaction://media"/>
            <a:extLst>
              <a:ext uri="{FF2B5EF4-FFF2-40B4-BE49-F238E27FC236}">
                <a16:creationId xmlns:a16="http://schemas.microsoft.com/office/drawing/2014/main" id="{6D84CA93-1872-DFC3-4B9D-54BEF10FF635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143" end="412.4489"/>
                </p14:media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53349" y="7184354"/>
            <a:ext cx="961310" cy="961310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4CE4776F-130F-3A27-440E-08D9EE220371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0</a:t>
            </a: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7E9E2076-B296-B37D-094B-51BFF304ACA6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6" name="TextBox 10">
            <a:extLst>
              <a:ext uri="{FF2B5EF4-FFF2-40B4-BE49-F238E27FC236}">
                <a16:creationId xmlns:a16="http://schemas.microsoft.com/office/drawing/2014/main" id="{066D69B7-6275-205D-4A09-B957772673C0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BF2DB8BD-E89C-E248-233D-C08A4A1D0F59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D3E142F5-1CE5-5DDB-75FC-59D81F7F27D7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38867653-CCD6-7F86-134E-D39D517EA72D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5</a:t>
            </a:r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B6A43180-84A3-8E93-7721-F3E90E49681B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6</a:t>
            </a:r>
          </a:p>
        </p:txBody>
      </p:sp>
      <p:sp>
        <p:nvSpPr>
          <p:cNvPr id="11" name="TextBox 15">
            <a:extLst>
              <a:ext uri="{FF2B5EF4-FFF2-40B4-BE49-F238E27FC236}">
                <a16:creationId xmlns:a16="http://schemas.microsoft.com/office/drawing/2014/main" id="{D07702BC-B5A3-CB71-263B-D1A81FBB6673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7</a:t>
            </a:r>
          </a:p>
        </p:txBody>
      </p:sp>
      <p:sp>
        <p:nvSpPr>
          <p:cNvPr id="12" name="TextBox 16">
            <a:extLst>
              <a:ext uri="{FF2B5EF4-FFF2-40B4-BE49-F238E27FC236}">
                <a16:creationId xmlns:a16="http://schemas.microsoft.com/office/drawing/2014/main" id="{FE649B82-FB2D-4589-6917-8102C0EDFB57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8</a:t>
            </a:r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F4E40534-68A6-28B7-F895-DEA298B34308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9</a:t>
            </a:r>
          </a:p>
        </p:txBody>
      </p:sp>
      <p:sp>
        <p:nvSpPr>
          <p:cNvPr id="14" name="TextBox 18">
            <a:extLst>
              <a:ext uri="{FF2B5EF4-FFF2-40B4-BE49-F238E27FC236}">
                <a16:creationId xmlns:a16="http://schemas.microsoft.com/office/drawing/2014/main" id="{4D0AA2EB-3CDB-1541-857A-48644A84119E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CF203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10</a:t>
            </a:r>
          </a:p>
        </p:txBody>
      </p:sp>
      <p:sp>
        <p:nvSpPr>
          <p:cNvPr id="15" name="TextBox 19">
            <a:extLst>
              <a:ext uri="{FF2B5EF4-FFF2-40B4-BE49-F238E27FC236}">
                <a16:creationId xmlns:a16="http://schemas.microsoft.com/office/drawing/2014/main" id="{73DC5667-3662-0CFF-557E-06EC4E36C041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64666A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11</a:t>
            </a:r>
          </a:p>
        </p:txBody>
      </p:sp>
      <p:sp>
        <p:nvSpPr>
          <p:cNvPr id="16" name="TextBox 20">
            <a:extLst>
              <a:ext uri="{FF2B5EF4-FFF2-40B4-BE49-F238E27FC236}">
                <a16:creationId xmlns:a16="http://schemas.microsoft.com/office/drawing/2014/main" id="{AA876C0C-156C-672B-7CE6-DEAA59E5E680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64666A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12</a:t>
            </a:r>
          </a:p>
        </p:txBody>
      </p:sp>
      <p:sp>
        <p:nvSpPr>
          <p:cNvPr id="17" name="TextBox 21">
            <a:extLst>
              <a:ext uri="{FF2B5EF4-FFF2-40B4-BE49-F238E27FC236}">
                <a16:creationId xmlns:a16="http://schemas.microsoft.com/office/drawing/2014/main" id="{C46A951F-F5FC-C936-F0CD-BE29591E7F3E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64666A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13</a:t>
            </a:r>
          </a:p>
        </p:txBody>
      </p:sp>
      <p:sp>
        <p:nvSpPr>
          <p:cNvPr id="18" name="TextBox 22">
            <a:extLst>
              <a:ext uri="{FF2B5EF4-FFF2-40B4-BE49-F238E27FC236}">
                <a16:creationId xmlns:a16="http://schemas.microsoft.com/office/drawing/2014/main" id="{7F9DA281-497D-0FDD-E13E-19DD85D068D3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64666A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14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20378E00-D0D5-55C5-F8FE-FC047F9FD4F2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64666A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15</a:t>
            </a:r>
          </a:p>
        </p:txBody>
      </p:sp>
      <p:sp>
        <p:nvSpPr>
          <p:cNvPr id="20" name="TextBox 24">
            <a:extLst>
              <a:ext uri="{FF2B5EF4-FFF2-40B4-BE49-F238E27FC236}">
                <a16:creationId xmlns:a16="http://schemas.microsoft.com/office/drawing/2014/main" id="{69CC1429-D927-F461-C187-29CEB1CC6B75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64666A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16</a:t>
            </a:r>
          </a:p>
        </p:txBody>
      </p:sp>
      <p:sp>
        <p:nvSpPr>
          <p:cNvPr id="21" name="TextBox 25">
            <a:extLst>
              <a:ext uri="{FF2B5EF4-FFF2-40B4-BE49-F238E27FC236}">
                <a16:creationId xmlns:a16="http://schemas.microsoft.com/office/drawing/2014/main" id="{E7C3C2AD-A0E9-3010-744E-7F63F1E5AD48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64666A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17</a:t>
            </a:r>
          </a:p>
        </p:txBody>
      </p:sp>
      <p:sp>
        <p:nvSpPr>
          <p:cNvPr id="22" name="TextBox 26">
            <a:extLst>
              <a:ext uri="{FF2B5EF4-FFF2-40B4-BE49-F238E27FC236}">
                <a16:creationId xmlns:a16="http://schemas.microsoft.com/office/drawing/2014/main" id="{CB97C8B9-099D-B063-D31A-4481E0FDF62D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64666A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18</a:t>
            </a:r>
          </a:p>
        </p:txBody>
      </p:sp>
      <p:sp>
        <p:nvSpPr>
          <p:cNvPr id="23" name="TextBox 27">
            <a:extLst>
              <a:ext uri="{FF2B5EF4-FFF2-40B4-BE49-F238E27FC236}">
                <a16:creationId xmlns:a16="http://schemas.microsoft.com/office/drawing/2014/main" id="{A2E69BAD-A655-E95C-E49B-CAA18F9E7810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>
                <a:ln>
                  <a:noFill/>
                </a:ln>
                <a:solidFill>
                  <a:srgbClr val="64666A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19</a:t>
            </a:r>
          </a:p>
        </p:txBody>
      </p:sp>
      <p:sp>
        <p:nvSpPr>
          <p:cNvPr id="24" name="TextBox 28">
            <a:extLst>
              <a:ext uri="{FF2B5EF4-FFF2-40B4-BE49-F238E27FC236}">
                <a16:creationId xmlns:a16="http://schemas.microsoft.com/office/drawing/2014/main" id="{EF4C5494-C2A3-4C03-9E00-85251E334D74}"/>
              </a:ext>
            </a:extLst>
          </p:cNvPr>
          <p:cNvSpPr txBox="1"/>
          <p:nvPr/>
        </p:nvSpPr>
        <p:spPr>
          <a:xfrm>
            <a:off x="7044510" y="4757660"/>
            <a:ext cx="3055188" cy="18620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i="0" u="none" strike="noStrike" kern="1200" cap="none" spc="0" normalizeH="0" baseline="0" noProof="0" dirty="0">
                <a:ln>
                  <a:noFill/>
                </a:ln>
                <a:solidFill>
                  <a:srgbClr val="64666A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20</a:t>
            </a:r>
          </a:p>
        </p:txBody>
      </p:sp>
      <p:sp>
        <p:nvSpPr>
          <p:cNvPr id="25" name="TextBox 3">
            <a:extLst>
              <a:ext uri="{FF2B5EF4-FFF2-40B4-BE49-F238E27FC236}">
                <a16:creationId xmlns:a16="http://schemas.microsoft.com/office/drawing/2014/main" id="{089219BC-213F-425E-9328-6789B0B9C1CE}"/>
              </a:ext>
            </a:extLst>
          </p:cNvPr>
          <p:cNvSpPr txBox="1"/>
          <p:nvPr/>
        </p:nvSpPr>
        <p:spPr>
          <a:xfrm>
            <a:off x="4725960" y="1448716"/>
            <a:ext cx="74660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ja-JP" altLang="en-US" sz="8000" b="1" dirty="0">
                <a:solidFill>
                  <a:srgbClr val="C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伊東 克彦 様</a:t>
            </a:r>
            <a:endParaRPr kumimoji="0" lang="ja-JP" altLang="en-US" sz="80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0B448EF7-CF1B-EFE9-6DC2-C5B14370E512}"/>
              </a:ext>
            </a:extLst>
          </p:cNvPr>
          <p:cNvSpPr txBox="1">
            <a:spLocks/>
          </p:cNvSpPr>
          <p:nvPr/>
        </p:nvSpPr>
        <p:spPr>
          <a:xfrm>
            <a:off x="681059" y="320343"/>
            <a:ext cx="4044902" cy="4438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0000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ja-JP" sz="2600" dirty="0">
                <a:solidFill>
                  <a:schemeClr val="bg1">
                    <a:lumMod val="6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Visitor's Presentation</a:t>
            </a:r>
            <a:endParaRPr lang="en-US" sz="2600" dirty="0">
              <a:solidFill>
                <a:schemeClr val="bg1">
                  <a:lumMod val="6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TextBox 3">
            <a:extLst>
              <a:ext uri="{FF2B5EF4-FFF2-40B4-BE49-F238E27FC236}">
                <a16:creationId xmlns:a16="http://schemas.microsoft.com/office/drawing/2014/main" id="{3F6BB818-E46A-EE57-EFAD-32206D075CB3}"/>
              </a:ext>
            </a:extLst>
          </p:cNvPr>
          <p:cNvSpPr txBox="1"/>
          <p:nvPr/>
        </p:nvSpPr>
        <p:spPr>
          <a:xfrm>
            <a:off x="5087424" y="2849608"/>
            <a:ext cx="68931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4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株式会社エコ企画</a:t>
            </a:r>
            <a:endParaRPr kumimoji="0" lang="en-US" altLang="ja-JP" sz="4400" b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TextBox 3">
            <a:extLst>
              <a:ext uri="{FF2B5EF4-FFF2-40B4-BE49-F238E27FC236}">
                <a16:creationId xmlns:a16="http://schemas.microsoft.com/office/drawing/2014/main" id="{1B80879F-892D-0F07-AAFE-0387B4692B90}"/>
              </a:ext>
            </a:extLst>
          </p:cNvPr>
          <p:cNvSpPr txBox="1"/>
          <p:nvPr/>
        </p:nvSpPr>
        <p:spPr>
          <a:xfrm>
            <a:off x="5087424" y="3456634"/>
            <a:ext cx="68931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3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0" lang="ja-JP" altLang="en-US" sz="3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デザイン印刷</a:t>
            </a:r>
            <a:r>
              <a:rPr kumimoji="0" lang="en-US" altLang="ja-JP" sz="3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endParaRPr lang="ja-JP" altLang="en-US" sz="32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19712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400"/>
    </mc:Choice>
    <mc:Fallback xmlns="">
      <p:transition advTm="4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0"/>
                            </p:stCondLst>
                            <p:childTnLst>
                              <p:par>
                                <p:cTn id="20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0"/>
                            </p:stCondLst>
                            <p:childTnLst>
                              <p:par>
                                <p:cTn id="26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0"/>
                            </p:stCondLst>
                            <p:childTnLst>
                              <p:par>
                                <p:cTn id="29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0"/>
                            </p:stCondLst>
                            <p:childTnLst>
                              <p:par>
                                <p:cTn id="32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9000"/>
                            </p:stCondLst>
                            <p:childTnLst>
                              <p:par>
                                <p:cTn id="35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000"/>
                            </p:stCondLst>
                            <p:childTnLst>
                              <p:par>
                                <p:cTn id="41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0"/>
                            </p:stCondLst>
                            <p:childTnLst>
                              <p:par>
                                <p:cTn id="44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3000"/>
                            </p:stCondLst>
                            <p:childTnLst>
                              <p:par>
                                <p:cTn id="47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4000"/>
                            </p:stCondLst>
                            <p:childTnLst>
                              <p:par>
                                <p:cTn id="50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6000"/>
                            </p:stCondLst>
                            <p:childTnLst>
                              <p:par>
                                <p:cTn id="56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7000"/>
                            </p:stCondLst>
                            <p:childTnLst>
                              <p:par>
                                <p:cTn id="59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8000"/>
                            </p:stCondLst>
                            <p:childTnLst>
                              <p:par>
                                <p:cTn id="62" presetID="1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9000"/>
                            </p:stCondLst>
                            <p:childTnLst>
                              <p:par>
                                <p:cTn id="6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6" dur="1247" fill="hold"/>
                                        <p:tgtEl>
                                          <p:spTgt spid="4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65854" showWhenStopped="0">
                <p:cTn id="6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9"/>
                </p:tgtEl>
              </p:cMediaNode>
            </p:audi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rand Refresh - Communication Plan (002)" id="{7FB97CB9-66BB-4EEA-8AD9-24A50A0A1A75}" vid="{27874AC4-6B63-4035-B98F-35DD3BEB0DC7}"/>
    </a:ext>
  </a:extLst>
</a:theme>
</file>

<file path=ppt/theme/theme2.xml><?xml version="1.0" encoding="utf-8"?>
<a:theme xmlns:a="http://schemas.openxmlformats.org/drawingml/2006/main" name="1_Custom Design">
  <a:themeElements>
    <a:clrScheme name="BNI Colors">
      <a:dk1>
        <a:srgbClr val="000000"/>
      </a:dk1>
      <a:lt1>
        <a:srgbClr val="FFFFFF"/>
      </a:lt1>
      <a:dk2>
        <a:srgbClr val="CF2030"/>
      </a:dk2>
      <a:lt2>
        <a:srgbClr val="64666A"/>
      </a:lt2>
      <a:accent1>
        <a:srgbClr val="C8C8C8"/>
      </a:accent1>
      <a:accent2>
        <a:srgbClr val="F3F3F3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NI PPT Template" id="{A506243F-EDFE-42E5-B171-D81643DB863B}" vid="{EE114906-2E5D-4B27-8D3B-83F3043AB910}"/>
    </a:ext>
  </a:extLst>
</a:theme>
</file>

<file path=ppt/theme/theme3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Arial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rand Refresh - Communication Plan (002)" id="{7FB97CB9-66BB-4EEA-8AD9-24A50A0A1A75}" vid="{27874AC4-6B63-4035-B98F-35DD3BEB0DC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</Words>
  <Application>Microsoft Office PowerPoint</Application>
  <PresentationFormat>ワイド画面</PresentationFormat>
  <Paragraphs>66</Paragraphs>
  <Slides>3</Slides>
  <Notes>3</Notes>
  <HiddenSlides>0</HiddenSlides>
  <MMClips>3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3</vt:i4>
      </vt:variant>
      <vt:variant>
        <vt:lpstr>スライド タイトル</vt:lpstr>
      </vt:variant>
      <vt:variant>
        <vt:i4>3</vt:i4>
      </vt:variant>
    </vt:vector>
  </HeadingPairs>
  <TitlesOfParts>
    <vt:vector size="10" baseType="lpstr">
      <vt:lpstr>Meiryo UI</vt:lpstr>
      <vt:lpstr>Arial</vt:lpstr>
      <vt:lpstr>Arial Black</vt:lpstr>
      <vt:lpstr>Calibri</vt:lpstr>
      <vt:lpstr>Custom Design</vt:lpstr>
      <vt:lpstr>1_Custom Design</vt:lpstr>
      <vt:lpstr>2_Custom Design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Robin Schuckmann</dc:creator>
  <cp:lastModifiedBy>木村光範</cp:lastModifiedBy>
  <cp:revision>2981</cp:revision>
  <cp:lastPrinted>2023-08-15T10:09:06Z</cp:lastPrinted>
  <dcterms:created xsi:type="dcterms:W3CDTF">2020-04-22T15:10:35Z</dcterms:created>
  <dcterms:modified xsi:type="dcterms:W3CDTF">2026-09-23T12:29:52Z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273b9e9-5d89-45b0-bd92-22edbafde660_Enabled">
    <vt:lpwstr>true</vt:lpwstr>
  </property>
  <property fmtid="{D5CDD505-2E9C-101B-9397-08002B2CF9AE}" pid="3" name="MSIP_Label_d273b9e9-5d89-45b0-bd92-22edbafde660_SetDate">
    <vt:lpwstr>2025-11-18T07:08:39Z</vt:lpwstr>
  </property>
  <property fmtid="{D5CDD505-2E9C-101B-9397-08002B2CF9AE}" pid="4" name="MSIP_Label_d273b9e9-5d89-45b0-bd92-22edbafde660_Method">
    <vt:lpwstr>Standard</vt:lpwstr>
  </property>
  <property fmtid="{D5CDD505-2E9C-101B-9397-08002B2CF9AE}" pid="5" name="MSIP_Label_d273b9e9-5d89-45b0-bd92-22edbafde660_Name">
    <vt:lpwstr>ALJ_Internal</vt:lpwstr>
  </property>
  <property fmtid="{D5CDD505-2E9C-101B-9397-08002B2CF9AE}" pid="6" name="MSIP_Label_d273b9e9-5d89-45b0-bd92-22edbafde660_SiteId">
    <vt:lpwstr>396b38cc-aa65-492b-bb0e-3d94ed25a97b</vt:lpwstr>
  </property>
  <property fmtid="{D5CDD505-2E9C-101B-9397-08002B2CF9AE}" pid="7" name="MSIP_Label_d273b9e9-5d89-45b0-bd92-22edbafde660_ActionId">
    <vt:lpwstr>bc4d2ba2-d56e-4b4e-8fa6-bca50515101a</vt:lpwstr>
  </property>
  <property fmtid="{D5CDD505-2E9C-101B-9397-08002B2CF9AE}" pid="8" name="MSIP_Label_d273b9e9-5d89-45b0-bd92-22edbafde660_ContentBits">
    <vt:lpwstr>0</vt:lpwstr>
  </property>
</Properties>
</file>