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879" r:id="rId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a Hart" initials="SH" lastIdx="0" clrIdx="0">
    <p:extLst>
      <p:ext uri="{19B8F6BF-5375-455C-9EA6-DF929625EA0E}">
        <p15:presenceInfo xmlns:p15="http://schemas.microsoft.com/office/powerpoint/2012/main" userId="Sandra Hart" providerId="None"/>
      </p:ext>
    </p:extLst>
  </p:cmAuthor>
  <p:cmAuthor id="2" name="ken uchiya" initials="ku" lastIdx="1" clrIdx="1">
    <p:extLst>
      <p:ext uri="{19B8F6BF-5375-455C-9EA6-DF929625EA0E}">
        <p15:presenceInfo xmlns:p15="http://schemas.microsoft.com/office/powerpoint/2012/main" userId="20301e192700f570" providerId="Windows Live"/>
      </p:ext>
    </p:extLst>
  </p:cmAuthor>
  <p:cmAuthor id="3" name="雅人 原田" initials="雅原" lastIdx="2" clrIdx="2">
    <p:extLst>
      <p:ext uri="{19B8F6BF-5375-455C-9EA6-DF929625EA0E}">
        <p15:presenceInfo xmlns:p15="http://schemas.microsoft.com/office/powerpoint/2012/main" userId="b56af9a27258da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09D73-43BE-4840-9852-44BE47A19FC6}" v="14" dt="2026-09-22T08:11:47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翔太 高瀬" userId="d64d040886672171" providerId="LiveId" clId="{AE2DA98C-D102-4FA5-B1E4-54413302B284}"/>
    <pc:docChg chg="custSel addSld delSld modSld">
      <pc:chgData name="翔太 高瀬" userId="d64d040886672171" providerId="LiveId" clId="{AE2DA98C-D102-4FA5-B1E4-54413302B284}" dt="2026-09-22T08:13:00.643" v="60" actId="729"/>
      <pc:docMkLst>
        <pc:docMk/>
      </pc:docMkLst>
      <pc:sldChg chg="modSp mod">
        <pc:chgData name="翔太 高瀬" userId="d64d040886672171" providerId="LiveId" clId="{AE2DA98C-D102-4FA5-B1E4-54413302B284}" dt="2026-09-22T08:05:46.383" v="35" actId="20577"/>
        <pc:sldMkLst>
          <pc:docMk/>
          <pc:sldMk cId="2516233671" sldId="2007579312"/>
        </pc:sldMkLst>
        <pc:spChg chg="mod">
          <ac:chgData name="翔太 高瀬" userId="d64d040886672171" providerId="LiveId" clId="{AE2DA98C-D102-4FA5-B1E4-54413302B284}" dt="2026-09-22T08:05:46.383" v="35" actId="20577"/>
          <ac:spMkLst>
            <pc:docMk/>
            <pc:sldMk cId="2516233671" sldId="2007579312"/>
            <ac:spMk id="22" creationId="{98385E7F-8DAD-DF44-B898-33BA3C595C1C}"/>
          </ac:spMkLst>
        </pc:spChg>
      </pc:sldChg>
      <pc:sldChg chg="modSp">
        <pc:chgData name="翔太 高瀬" userId="d64d040886672171" providerId="LiveId" clId="{AE2DA98C-D102-4FA5-B1E4-54413302B284}" dt="2026-09-22T08:05:56.715" v="43" actId="20577"/>
        <pc:sldMkLst>
          <pc:docMk/>
          <pc:sldMk cId="3126642318" sldId="2007579885"/>
        </pc:sldMkLst>
        <pc:spChg chg="mod">
          <ac:chgData name="翔太 高瀬" userId="d64d040886672171" providerId="LiveId" clId="{AE2DA98C-D102-4FA5-B1E4-54413302B284}" dt="2026-09-22T08:05:56.715" v="43" actId="20577"/>
          <ac:spMkLst>
            <pc:docMk/>
            <pc:sldMk cId="3126642318" sldId="2007579885"/>
            <ac:spMk id="6" creationId="{F6DD202E-7C86-43F3-9639-EBF3A528A1E3}"/>
          </ac:spMkLst>
        </pc:spChg>
      </pc:sldChg>
      <pc:sldChg chg="modSp mod">
        <pc:chgData name="翔太 高瀬" userId="d64d040886672171" providerId="LiveId" clId="{AE2DA98C-D102-4FA5-B1E4-54413302B284}" dt="2026-09-22T08:06:43.437" v="46" actId="207"/>
        <pc:sldMkLst>
          <pc:docMk/>
          <pc:sldMk cId="3154724555" sldId="2007580510"/>
        </pc:sldMkLst>
        <pc:graphicFrameChg chg="modGraphic">
          <ac:chgData name="翔太 高瀬" userId="d64d040886672171" providerId="LiveId" clId="{AE2DA98C-D102-4FA5-B1E4-54413302B284}" dt="2026-09-22T08:06:43.437" v="46" actId="207"/>
          <ac:graphicFrameMkLst>
            <pc:docMk/>
            <pc:sldMk cId="3154724555" sldId="2007580510"/>
            <ac:graphicFrameMk id="9" creationId="{F46EAE86-E443-184F-B7AD-553E4F8E6730}"/>
          </ac:graphicFrameMkLst>
        </pc:graphicFrameChg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12309286" sldId="20075806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1370104" sldId="200758066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41567522" sldId="200758066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51807006" sldId="200758067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11805497" sldId="200758067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91394686" sldId="200758067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00725812" sldId="200758067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3028666" sldId="200758067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28959736" sldId="200758067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5203812" sldId="200758067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62150497" sldId="200758067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267747554" sldId="200758067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66830687" sldId="200758068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949340938" sldId="2007580683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3844697287" sldId="2007580683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560367736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811514385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224519634" sldId="2007580685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43149038" sldId="20075806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535224914" sldId="2007580686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11128743" sldId="200758068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125679703" sldId="2007580687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877275902" sldId="200758068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71414410" sldId="200758069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170224227" sldId="200758069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4100229264" sldId="200758069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715303323" sldId="200758069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402940" sldId="200758069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76095945" sldId="200758069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659994" sldId="200758070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927051345" sldId="200758070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1257014" sldId="2007580703"/>
        </pc:sldMkLst>
      </pc:sldChg>
      <pc:sldChg chg="add mod modShow">
        <pc:chgData name="翔太 高瀬" userId="d64d040886672171" providerId="LiveId" clId="{AE2DA98C-D102-4FA5-B1E4-54413302B284}" dt="2026-09-22T08:13:00.643" v="60" actId="729"/>
        <pc:sldMkLst>
          <pc:docMk/>
          <pc:sldMk cId="3612363656" sldId="200758070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52479933" sldId="200758070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81370115" sldId="200758070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578786695" sldId="200758071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20003720" sldId="200758071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2778218" sldId="200758071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5430564" sldId="200758071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87092826" sldId="200758071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46839176" sldId="200758071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1510435" sldId="200758071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47362335" sldId="200758071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5824900" sldId="200758072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59729492" sldId="200758072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914827704" sldId="200758072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44540869" sldId="200758072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50476963" sldId="20075807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032535930" sldId="200758073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75737968" sldId="20075807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30548234" sldId="200758073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247037202" sldId="200758073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093978412" sldId="20075808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781082022" sldId="20075808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09406814" sldId="2007580833"/>
        </pc:sldMkLst>
      </pc:sldChg>
      <pc:sldChg chg="mod modShow">
        <pc:chgData name="翔太 高瀬" userId="d64d040886672171" providerId="LiveId" clId="{AE2DA98C-D102-4FA5-B1E4-54413302B284}" dt="2026-09-22T07:42:25.885" v="0" actId="729"/>
        <pc:sldMkLst>
          <pc:docMk/>
          <pc:sldMk cId="650587100" sldId="2007580835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119712948" sldId="2007580879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3031263" sldId="2007580880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958236475" sldId="2007580881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60725042" sldId="2007580882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2270545179" sldId="2007580883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409883445" sldId="2007580884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1127007380" sldId="20075808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75825624" sldId="2007580908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474318735" sldId="2007580908"/>
        </pc:sldMkLst>
      </pc:sldChg>
      <pc:sldChg chg="add mod modShow">
        <pc:chgData name="翔太 高瀬" userId="d64d040886672171" providerId="LiveId" clId="{AE2DA98C-D102-4FA5-B1E4-54413302B284}" dt="2026-09-22T08:08:39.036" v="48" actId="34476"/>
        <pc:sldMkLst>
          <pc:docMk/>
          <pc:sldMk cId="1381343369" sldId="2007580935"/>
        </pc:sldMkLst>
      </pc:sldChg>
      <pc:sldChg chg="add">
        <pc:chgData name="翔太 高瀬" userId="d64d040886672171" providerId="LiveId" clId="{AE2DA98C-D102-4FA5-B1E4-54413302B284}" dt="2026-09-22T08:04:04.140" v="7"/>
        <pc:sldMkLst>
          <pc:docMk/>
          <pc:sldMk cId="2497003093" sldId="2007580939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1069735967" sldId="2007580952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4186174853" sldId="200758095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325043498" sldId="200758095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7239427" sldId="2007580965"/>
        </pc:sldMkLst>
      </pc:sldChg>
      <pc:sldChg chg="add mod modShow">
        <pc:chgData name="翔太 高瀬" userId="d64d040886672171" providerId="LiveId" clId="{AE2DA98C-D102-4FA5-B1E4-54413302B284}" dt="2026-09-22T08:12:34.419" v="59" actId="729"/>
        <pc:sldMkLst>
          <pc:docMk/>
          <pc:sldMk cId="201375963" sldId="200758096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04935567" sldId="20075809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1958455" sldId="200758096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62490747" sldId="200758098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52071226" sldId="2007580981"/>
        </pc:sldMkLst>
      </pc:sldChg>
      <pc:sldChg chg="add del mod modShow">
        <pc:chgData name="翔太 高瀬" userId="d64d040886672171" providerId="LiveId" clId="{AE2DA98C-D102-4FA5-B1E4-54413302B284}" dt="2026-09-22T08:11:31.636" v="49" actId="2696"/>
        <pc:sldMkLst>
          <pc:docMk/>
          <pc:sldMk cId="2321564781" sldId="2007580996"/>
        </pc:sldMkLst>
      </pc:sldChg>
      <pc:sldChg chg="addSp delSp add mod modShow">
        <pc:chgData name="翔太 高瀬" userId="d64d040886672171" providerId="LiveId" clId="{AE2DA98C-D102-4FA5-B1E4-54413302B284}" dt="2026-09-22T08:12:27.239" v="58" actId="22"/>
        <pc:sldMkLst>
          <pc:docMk/>
          <pc:sldMk cId="3256027081" sldId="2007580996"/>
        </pc:sldMkLst>
        <pc:spChg chg="add">
          <ac:chgData name="翔太 高瀬" userId="d64d040886672171" providerId="LiveId" clId="{AE2DA98C-D102-4FA5-B1E4-54413302B284}" dt="2026-09-22T08:12:09.835" v="54" actId="22"/>
          <ac:spMkLst>
            <pc:docMk/>
            <pc:sldMk cId="3256027081" sldId="2007580996"/>
            <ac:spMk id="160" creationId="{A89013CC-7E90-F283-966A-DB1E9D9C0826}"/>
          </ac:spMkLst>
        </pc:spChg>
        <pc:spChg chg="add">
          <ac:chgData name="翔太 高瀬" userId="d64d040886672171" providerId="LiveId" clId="{AE2DA98C-D102-4FA5-B1E4-54413302B284}" dt="2026-09-22T08:12:18.937" v="56" actId="22"/>
          <ac:spMkLst>
            <pc:docMk/>
            <pc:sldMk cId="3256027081" sldId="2007580996"/>
            <ac:spMk id="162" creationId="{31BECE0C-4B1C-A93A-B828-ACB2DCE4FE23}"/>
          </ac:spMkLst>
        </pc:spChg>
        <pc:spChg chg="del">
          <ac:chgData name="翔太 高瀬" userId="d64d040886672171" providerId="LiveId" clId="{AE2DA98C-D102-4FA5-B1E4-54413302B284}" dt="2026-09-22T08:12:09.029" v="53" actId="478"/>
          <ac:spMkLst>
            <pc:docMk/>
            <pc:sldMk cId="3256027081" sldId="2007580996"/>
            <ac:spMk id="164" creationId="{644DE191-9435-981D-92E7-B13C157D470E}"/>
          </ac:spMkLst>
        </pc:spChg>
        <pc:spChg chg="add">
          <ac:chgData name="翔太 高瀬" userId="d64d040886672171" providerId="LiveId" clId="{AE2DA98C-D102-4FA5-B1E4-54413302B284}" dt="2026-09-22T08:12:27.239" v="58" actId="22"/>
          <ac:spMkLst>
            <pc:docMk/>
            <pc:sldMk cId="3256027081" sldId="2007580996"/>
            <ac:spMk id="165" creationId="{3E7ED3A2-1431-BA73-9C4E-48C9A4F6CFAC}"/>
          </ac:spMkLst>
        </pc:spChg>
        <pc:spChg chg="del">
          <ac:chgData name="翔太 高瀬" userId="d64d040886672171" providerId="LiveId" clId="{AE2DA98C-D102-4FA5-B1E4-54413302B284}" dt="2026-09-22T08:12:18.065" v="55" actId="478"/>
          <ac:spMkLst>
            <pc:docMk/>
            <pc:sldMk cId="3256027081" sldId="2007580996"/>
            <ac:spMk id="166" creationId="{50A3C803-AFCB-1FE5-437D-E2F162ED18C6}"/>
          </ac:spMkLst>
        </pc:spChg>
        <pc:spChg chg="del">
          <ac:chgData name="翔太 高瀬" userId="d64d040886672171" providerId="LiveId" clId="{AE2DA98C-D102-4FA5-B1E4-54413302B284}" dt="2026-09-22T08:12:26.411" v="57" actId="478"/>
          <ac:spMkLst>
            <pc:docMk/>
            <pc:sldMk cId="3256027081" sldId="2007580996"/>
            <ac:spMk id="168" creationId="{C6A744E5-3568-8519-07D9-6860C81886A2}"/>
          </ac:spMkLst>
        </pc:spChg>
        <pc:picChg chg="add">
          <ac:chgData name="翔太 高瀬" userId="d64d040886672171" providerId="LiveId" clId="{AE2DA98C-D102-4FA5-B1E4-54413302B284}" dt="2026-09-22T08:11:58.014" v="52" actId="22"/>
          <ac:picMkLst>
            <pc:docMk/>
            <pc:sldMk cId="3256027081" sldId="2007580996"/>
            <ac:picMk id="157" creationId="{E1CFC3C3-02A0-4E3D-CC39-080565A99220}"/>
          </ac:picMkLst>
        </pc:picChg>
      </pc:sldChg>
      <pc:sldChg chg="delSp add mod">
        <pc:chgData name="翔太 高瀬" userId="d64d040886672171" providerId="LiveId" clId="{AE2DA98C-D102-4FA5-B1E4-54413302B284}" dt="2026-09-22T08:03:18.917" v="6" actId="478"/>
        <pc:sldMkLst>
          <pc:docMk/>
          <pc:sldMk cId="4120842812" sldId="2007580997"/>
        </pc:sldMkLst>
        <pc:spChg chg="del">
          <ac:chgData name="翔太 高瀬" userId="d64d040886672171" providerId="LiveId" clId="{AE2DA98C-D102-4FA5-B1E4-54413302B284}" dt="2026-09-22T08:03:18.917" v="6" actId="478"/>
          <ac:spMkLst>
            <pc:docMk/>
            <pc:sldMk cId="4120842812" sldId="2007580997"/>
            <ac:spMk id="26" creationId="{408279AE-8AA2-25EF-5D0A-7DDDB7DDB1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0992-2003-C3B7-4EA2-3D24CB74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164E3FD-3670-FACD-2CA4-AC1DD398C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C3EC227-C57E-4C80-C498-48F1859B1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I-021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FEF7BF-FE0F-22E1-0815-E76E603A3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microsoft.com/office/2007/relationships/media" Target="../media/media2.mp3"/><Relationship Id="rId1" Type="http://schemas.openxmlformats.org/officeDocument/2006/relationships/audio" Target="NULL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AF39-9DCA-6DD4-6034-54C6BEE3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図 31">
            <a:extLst>
              <a:ext uri="{FF2B5EF4-FFF2-40B4-BE49-F238E27FC236}">
                <a16:creationId xmlns:a16="http://schemas.microsoft.com/office/drawing/2014/main" id="{D2D48D77-6E14-FD11-9C3F-08A996F03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60"/>
          <a:stretch>
            <a:fillRect/>
          </a:stretch>
        </p:blipFill>
        <p:spPr>
          <a:xfrm>
            <a:off x="681060" y="953512"/>
            <a:ext cx="4044901" cy="4948437"/>
          </a:xfrm>
          <a:prstGeom prst="rect">
            <a:avLst/>
          </a:prstGeom>
        </p:spPr>
      </p:pic>
      <p:pic>
        <p:nvPicPr>
          <p:cNvPr id="49" name="B60AFDE8">
            <a:hlinkClick r:id="" action="ppaction://media"/>
            <a:extLst>
              <a:ext uri="{FF2B5EF4-FFF2-40B4-BE49-F238E27FC236}">
                <a16:creationId xmlns:a16="http://schemas.microsoft.com/office/drawing/2014/main" id="{6D84CA93-1872-DFC3-4B9D-54BEF10FF63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3" end="412.4489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053349" y="7184354"/>
            <a:ext cx="961310" cy="961310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4CE4776F-130F-3A27-440E-08D9EE220371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E9E2076-B296-B37D-094B-51BFF304ACA6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066D69B7-6275-205D-4A09-B957772673C0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F2DB8BD-E89C-E248-233D-C08A4A1D0F59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D3E142F5-1CE5-5DDB-75FC-59D81F7F27D7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8867653-CCD6-7F86-134E-D39D517EA72D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B6A43180-84A3-8E93-7721-F3E90E49681B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D07702BC-B5A3-CB71-263B-D1A81FBB6673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FE649B82-FB2D-4589-6917-8102C0EDFB57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4E40534-68A6-28B7-F895-DEA298B34308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4D0AA2EB-3CDB-1541-857A-48644A84119E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CF203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73DC5667-3662-0CFF-557E-06EC4E36C041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AA876C0C-156C-672B-7CE6-DEAA59E5E680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12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C46A951F-F5FC-C936-F0CD-BE29591E7F3E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13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7F9DA281-497D-0FDD-E13E-19DD85D068D3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14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20378E00-D0D5-55C5-F8FE-FC047F9FD4F2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15</a:t>
            </a:r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69CC1429-D927-F461-C187-29CEB1CC6B75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16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E7C3C2AD-A0E9-3010-744E-7F63F1E5AD48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17</a:t>
            </a:r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CB97C8B9-099D-B063-D31A-4481E0FDF62D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18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A2E69BAD-A655-E95C-E49B-CAA18F9E7810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19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EF4C5494-C2A3-4C03-9E00-85251E334D74}"/>
              </a:ext>
            </a:extLst>
          </p:cNvPr>
          <p:cNvSpPr txBox="1"/>
          <p:nvPr/>
        </p:nvSpPr>
        <p:spPr>
          <a:xfrm>
            <a:off x="7044510" y="4757660"/>
            <a:ext cx="3055188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i="0" u="none" strike="noStrike" kern="1200" cap="none" spc="0" normalizeH="0" baseline="0" noProof="0" dirty="0">
                <a:ln>
                  <a:noFill/>
                </a:ln>
                <a:solidFill>
                  <a:srgbClr val="64666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20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089219BC-213F-425E-9328-6789B0B9C1CE}"/>
              </a:ext>
            </a:extLst>
          </p:cNvPr>
          <p:cNvSpPr txBox="1"/>
          <p:nvPr/>
        </p:nvSpPr>
        <p:spPr>
          <a:xfrm>
            <a:off x="4725960" y="1448716"/>
            <a:ext cx="74660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8000" b="1" dirty="0">
                <a:solidFill>
                  <a:srgbClr val="C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伊原 克己 様</a:t>
            </a:r>
            <a:endParaRPr kumimoji="0" lang="ja-JP" altLang="en-US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+mn-cs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B448EF7-CF1B-EFE9-6DC2-C5B14370E512}"/>
              </a:ext>
            </a:extLst>
          </p:cNvPr>
          <p:cNvSpPr txBox="1">
            <a:spLocks/>
          </p:cNvSpPr>
          <p:nvPr/>
        </p:nvSpPr>
        <p:spPr>
          <a:xfrm>
            <a:off x="681059" y="320343"/>
            <a:ext cx="4044902" cy="443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ja-JP" sz="2600" dirty="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Visitor's Presentation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3F6BB818-E46A-EE57-EFAD-32206D075CB3}"/>
              </a:ext>
            </a:extLst>
          </p:cNvPr>
          <p:cNvSpPr txBox="1"/>
          <p:nvPr/>
        </p:nvSpPr>
        <p:spPr>
          <a:xfrm>
            <a:off x="5087424" y="2849608"/>
            <a:ext cx="68931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株式会社見本企画</a:t>
            </a:r>
            <a:endParaRPr kumimoji="0" lang="en-US" altLang="ja-JP" sz="44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1B80879F-892D-0F07-AAFE-0387B4692B90}"/>
              </a:ext>
            </a:extLst>
          </p:cNvPr>
          <p:cNvSpPr txBox="1"/>
          <p:nvPr/>
        </p:nvSpPr>
        <p:spPr>
          <a:xfrm>
            <a:off x="5087424" y="3456634"/>
            <a:ext cx="689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0" lang="ja-JP" alt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r>
              <a:rPr kumimoji="0" lang="en-US" altLang="ja-JP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endParaRPr lang="ja-JP" altLang="en-US" sz="32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971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"/>
    </mc:Choice>
    <mc:Fallback xmlns="">
      <p:transition advTm="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1247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5854" showWhenStopped="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Schuckmann</dc:creator>
  <cp:lastModifiedBy>木村光範</cp:lastModifiedBy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