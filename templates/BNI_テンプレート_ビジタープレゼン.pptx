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見出し（自由に変更可）"/>
          <p:cNvSpPr txBox="1"/>
          <p:nvPr/>
        </p:nvSpPr>
        <p:spPr>
          <a:xfrm>
            <a:off x="457200" y="91440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ビジタープレゼンテーション</a:t>
            </a:r>
          </a:p>
        </p:txBody>
      </p:sp>
      <p:sp>
        <p:nvSpPr>
          <p:cNvPr id="29" name="カテゴリー"/>
          <p:cNvSpPr txBox="1"/>
          <p:nvPr/>
        </p:nvSpPr>
        <p:spPr>
          <a:xfrm>
            <a:off x="914400" y="1463040"/>
            <a:ext cx="103628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C00000"/>
                </a:solidFill>
                <a:latin typeface="Meiryo"/>
              </a:rPr>
              <a:t>【</a:t>
            </a:r>
            <a:r>
              <a:rPr sz="2800" b="1">
                <a:solidFill>
                  <a:srgbClr val="C00000"/>
                </a:solidFill>
                <a:latin typeface="Meiryo"/>
              </a:rPr>
              <a:t>カテゴリー</a:t>
            </a:r>
            <a:r>
              <a:rPr sz="2800" b="1">
                <a:solidFill>
                  <a:srgbClr val="C00000"/>
                </a:solidFill>
                <a:latin typeface="Meiryo"/>
              </a:rPr>
              <a:t>】</a:t>
            </a:r>
          </a:p>
        </p:txBody>
      </p:sp>
      <p:sp>
        <p:nvSpPr>
          <p:cNvPr id="25" name="氏名"/>
          <p:cNvSpPr txBox="1"/>
          <p:nvPr/>
        </p:nvSpPr>
        <p:spPr>
          <a:xfrm>
            <a:off x="914400" y="2560320"/>
            <a:ext cx="10362895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16233F"/>
                </a:solidFill>
                <a:latin typeface="Meiryo"/>
              </a:rPr>
              <a:t>お名前 様</a:t>
            </a:r>
          </a:p>
        </p:txBody>
      </p:sp>
      <p:sp>
        <p:nvSpPr>
          <p:cNvPr id="27" name="会社名"/>
          <p:cNvSpPr txBox="1"/>
          <p:nvPr/>
        </p:nvSpPr>
        <p:spPr>
          <a:xfrm>
            <a:off x="914400" y="4389120"/>
            <a:ext cx="103628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444444"/>
                </a:solidFill>
                <a:latin typeface="Meiryo"/>
              </a:rPr>
              <a:t>会社名</a:t>
            </a:r>
          </a:p>
        </p:txBody>
      </p:sp>
      <p:sp>
        <p:nvSpPr>
          <p:cNvPr id="4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6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