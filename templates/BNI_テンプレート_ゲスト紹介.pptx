
<file path=[Content_Types].xml><?xml version="1.0" encoding="utf-8"?>
<Types xmlns="http://schemas.openxmlformats.org/package/2006/content-types">
  <Default Extension="jpeg" ContentType="image/jpeg"/>
  <Default Extension="mp3" ContentType="audio/m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1" r:id="rId1"/>
    <p:sldMasterId id="2147483665" r:id="rId2"/>
    <p:sldMasterId id="2147483718" r:id="rId3"/>
  </p:sldMasterIdLst>
  <p:notesMasterIdLst>
    <p:notesMasterId r:id="rId7"/>
  </p:notesMasterIdLst>
  <p:handoutMasterIdLst>
    <p:handoutMasterId r:id="rId8"/>
  </p:handoutMasterIdLst>
  <p:sldIdLst>
    <p:sldId id="2007580952" r:id="rId4"/>
  </p:sldIdLst>
  <p:sldSz cx="12192000" cy="6858000"/>
  <p:notesSz cx="6950075" cy="92360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05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andra Hart" initials="SH" lastIdx="0" clrIdx="0">
    <p:extLst>
      <p:ext uri="{19B8F6BF-5375-455C-9EA6-DF929625EA0E}">
        <p15:presenceInfo xmlns:p15="http://schemas.microsoft.com/office/powerpoint/2012/main" userId="Sandra Hart" providerId="None"/>
      </p:ext>
    </p:extLst>
  </p:cmAuthor>
  <p:cmAuthor id="2" name="ken uchiya" initials="ku" lastIdx="1" clrIdx="1">
    <p:extLst>
      <p:ext uri="{19B8F6BF-5375-455C-9EA6-DF929625EA0E}">
        <p15:presenceInfo xmlns:p15="http://schemas.microsoft.com/office/powerpoint/2012/main" userId="20301e192700f570" providerId="Windows Live"/>
      </p:ext>
    </p:extLst>
  </p:cmAuthor>
  <p:cmAuthor id="3" name="雅人 原田" initials="雅原" lastIdx="2" clrIdx="2">
    <p:extLst>
      <p:ext uri="{19B8F6BF-5375-455C-9EA6-DF929625EA0E}">
        <p15:presenceInfo xmlns:p15="http://schemas.microsoft.com/office/powerpoint/2012/main" userId="b56af9a27258da61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0000"/>
    <a:srgbClr val="E11D3D"/>
    <a:srgbClr val="FFFFFF"/>
    <a:srgbClr val="CF2030"/>
    <a:srgbClr val="C00000"/>
    <a:srgbClr val="9A3A3A"/>
    <a:srgbClr val="C9102E"/>
    <a:srgbClr val="CF3020"/>
    <a:srgbClr val="64666A"/>
    <a:srgbClr val="BA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5A09D73-43BE-4840-9852-44BE47A19FC6}" v="14" dt="2026-09-22T08:11:47.33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8EC20E35-A176-4012-BC5E-935CFFF8708E}" styleName="スタイル (中間)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799B23B-EC83-4686-B30A-512413B5E67A}" styleName="淡色スタイル 3 - アクセント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108" autoAdjust="0"/>
    <p:restoredTop sz="73253" autoAdjust="0"/>
  </p:normalViewPr>
  <p:slideViewPr>
    <p:cSldViewPr snapToGrid="0">
      <p:cViewPr varScale="1">
        <p:scale>
          <a:sx n="91" d="100"/>
          <a:sy n="91" d="100"/>
        </p:scale>
        <p:origin x="996" y="66"/>
      </p:cViewPr>
      <p:guideLst>
        <p:guide orient="horz" pos="2205"/>
        <p:guide pos="3840"/>
      </p:guideLst>
    </p:cSldViewPr>
  </p:slideViewPr>
  <p:outlineViewPr>
    <p:cViewPr>
      <p:scale>
        <a:sx n="33" d="100"/>
        <a:sy n="33" d="100"/>
      </p:scale>
      <p:origin x="0" y="-2673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75" d="100"/>
        <a:sy n="75" d="100"/>
      </p:scale>
      <p:origin x="0" y="-30294"/>
    </p:cViewPr>
  </p:sorterViewPr>
  <p:notesViewPr>
    <p:cSldViewPr snapToGrid="0">
      <p:cViewPr varScale="1">
        <p:scale>
          <a:sx n="75" d="100"/>
          <a:sy n="75" d="100"/>
        </p:scale>
        <p:origin x="2885" y="53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7" Type="http://schemas.openxmlformats.org/officeDocument/2006/relationships/notesMaster" Target="notesMasters/notesMaster1.xml"/><Relationship Id="rId1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11" Type="http://schemas.openxmlformats.org/officeDocument/2006/relationships/viewProps" Target="viewProps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1.xml"/><Relationship Id="rId9" Type="http://schemas.openxmlformats.org/officeDocument/2006/relationships/commentAuthors" Target="commentAuthors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翔太 高瀬" userId="d64d040886672171" providerId="LiveId" clId="{AE2DA98C-D102-4FA5-B1E4-54413302B284}"/>
    <pc:docChg chg="custSel addSld delSld modSld">
      <pc:chgData name="翔太 高瀬" userId="d64d040886672171" providerId="LiveId" clId="{AE2DA98C-D102-4FA5-B1E4-54413302B284}" dt="2026-09-22T08:13:00.643" v="60" actId="729"/>
      <pc:docMkLst>
        <pc:docMk/>
      </pc:docMkLst>
      <pc:sldChg chg="modSp mod">
        <pc:chgData name="翔太 高瀬" userId="d64d040886672171" providerId="LiveId" clId="{AE2DA98C-D102-4FA5-B1E4-54413302B284}" dt="2026-09-22T08:05:46.383" v="35" actId="20577"/>
        <pc:sldMkLst>
          <pc:docMk/>
          <pc:sldMk cId="2516233671" sldId="2007579312"/>
        </pc:sldMkLst>
        <pc:spChg chg="mod">
          <ac:chgData name="翔太 高瀬" userId="d64d040886672171" providerId="LiveId" clId="{AE2DA98C-D102-4FA5-B1E4-54413302B284}" dt="2026-09-22T08:05:46.383" v="35" actId="20577"/>
          <ac:spMkLst>
            <pc:docMk/>
            <pc:sldMk cId="2516233671" sldId="2007579312"/>
            <ac:spMk id="22" creationId="{98385E7F-8DAD-DF44-B898-33BA3C595C1C}"/>
          </ac:spMkLst>
        </pc:spChg>
      </pc:sldChg>
      <pc:sldChg chg="modSp">
        <pc:chgData name="翔太 高瀬" userId="d64d040886672171" providerId="LiveId" clId="{AE2DA98C-D102-4FA5-B1E4-54413302B284}" dt="2026-09-22T08:05:56.715" v="43" actId="20577"/>
        <pc:sldMkLst>
          <pc:docMk/>
          <pc:sldMk cId="3126642318" sldId="2007579885"/>
        </pc:sldMkLst>
        <pc:spChg chg="mod">
          <ac:chgData name="翔太 高瀬" userId="d64d040886672171" providerId="LiveId" clId="{AE2DA98C-D102-4FA5-B1E4-54413302B284}" dt="2026-09-22T08:05:56.715" v="43" actId="20577"/>
          <ac:spMkLst>
            <pc:docMk/>
            <pc:sldMk cId="3126642318" sldId="2007579885"/>
            <ac:spMk id="6" creationId="{F6DD202E-7C86-43F3-9639-EBF3A528A1E3}"/>
          </ac:spMkLst>
        </pc:spChg>
      </pc:sldChg>
      <pc:sldChg chg="modSp mod">
        <pc:chgData name="翔太 高瀬" userId="d64d040886672171" providerId="LiveId" clId="{AE2DA98C-D102-4FA5-B1E4-54413302B284}" dt="2026-09-22T08:06:43.437" v="46" actId="207"/>
        <pc:sldMkLst>
          <pc:docMk/>
          <pc:sldMk cId="3154724555" sldId="2007580510"/>
        </pc:sldMkLst>
        <pc:graphicFrameChg chg="modGraphic">
          <ac:chgData name="翔太 高瀬" userId="d64d040886672171" providerId="LiveId" clId="{AE2DA98C-D102-4FA5-B1E4-54413302B284}" dt="2026-09-22T08:06:43.437" v="46" actId="207"/>
          <ac:graphicFrameMkLst>
            <pc:docMk/>
            <pc:sldMk cId="3154724555" sldId="2007580510"/>
            <ac:graphicFrameMk id="9" creationId="{F46EAE86-E443-184F-B7AD-553E4F8E6730}"/>
          </ac:graphicFrameMkLst>
        </pc:graphicFrameChg>
      </pc:sldChg>
      <pc:sldChg chg="add">
        <pc:chgData name="翔太 高瀬" userId="d64d040886672171" providerId="LiveId" clId="{AE2DA98C-D102-4FA5-B1E4-54413302B284}" dt="2026-09-22T07:43:47.822" v="1"/>
        <pc:sldMkLst>
          <pc:docMk/>
          <pc:sldMk cId="3512309286" sldId="2007580666"/>
        </pc:sldMkLst>
      </pc:sldChg>
      <pc:sldChg chg="add">
        <pc:chgData name="翔太 高瀬" userId="d64d040886672171" providerId="LiveId" clId="{AE2DA98C-D102-4FA5-B1E4-54413302B284}" dt="2026-09-22T07:43:47.822" v="1"/>
        <pc:sldMkLst>
          <pc:docMk/>
          <pc:sldMk cId="2051370104" sldId="2007580668"/>
        </pc:sldMkLst>
      </pc:sldChg>
      <pc:sldChg chg="add">
        <pc:chgData name="翔太 高瀬" userId="d64d040886672171" providerId="LiveId" clId="{AE2DA98C-D102-4FA5-B1E4-54413302B284}" dt="2026-09-22T07:43:47.822" v="1"/>
        <pc:sldMkLst>
          <pc:docMk/>
          <pc:sldMk cId="641567522" sldId="2007580669"/>
        </pc:sldMkLst>
      </pc:sldChg>
      <pc:sldChg chg="add">
        <pc:chgData name="翔太 高瀬" userId="d64d040886672171" providerId="LiveId" clId="{AE2DA98C-D102-4FA5-B1E4-54413302B284}" dt="2026-09-22T07:43:47.822" v="1"/>
        <pc:sldMkLst>
          <pc:docMk/>
          <pc:sldMk cId="1251807006" sldId="2007580671"/>
        </pc:sldMkLst>
      </pc:sldChg>
      <pc:sldChg chg="add">
        <pc:chgData name="翔太 高瀬" userId="d64d040886672171" providerId="LiveId" clId="{AE2DA98C-D102-4FA5-B1E4-54413302B284}" dt="2026-09-22T07:43:47.822" v="1"/>
        <pc:sldMkLst>
          <pc:docMk/>
          <pc:sldMk cId="311805497" sldId="2007580672"/>
        </pc:sldMkLst>
      </pc:sldChg>
      <pc:sldChg chg="add">
        <pc:chgData name="翔太 高瀬" userId="d64d040886672171" providerId="LiveId" clId="{AE2DA98C-D102-4FA5-B1E4-54413302B284}" dt="2026-09-22T07:43:47.822" v="1"/>
        <pc:sldMkLst>
          <pc:docMk/>
          <pc:sldMk cId="691394686" sldId="2007580673"/>
        </pc:sldMkLst>
      </pc:sldChg>
      <pc:sldChg chg="add">
        <pc:chgData name="翔太 高瀬" userId="d64d040886672171" providerId="LiveId" clId="{AE2DA98C-D102-4FA5-B1E4-54413302B284}" dt="2026-09-22T07:43:47.822" v="1"/>
        <pc:sldMkLst>
          <pc:docMk/>
          <pc:sldMk cId="1500725812" sldId="2007580674"/>
        </pc:sldMkLst>
      </pc:sldChg>
      <pc:sldChg chg="add">
        <pc:chgData name="翔太 高瀬" userId="d64d040886672171" providerId="LiveId" clId="{AE2DA98C-D102-4FA5-B1E4-54413302B284}" dt="2026-09-22T07:43:47.822" v="1"/>
        <pc:sldMkLst>
          <pc:docMk/>
          <pc:sldMk cId="173028666" sldId="2007580675"/>
        </pc:sldMkLst>
      </pc:sldChg>
      <pc:sldChg chg="add">
        <pc:chgData name="翔太 高瀬" userId="d64d040886672171" providerId="LiveId" clId="{AE2DA98C-D102-4FA5-B1E4-54413302B284}" dt="2026-09-22T07:43:47.822" v="1"/>
        <pc:sldMkLst>
          <pc:docMk/>
          <pc:sldMk cId="3928959736" sldId="2007580676"/>
        </pc:sldMkLst>
      </pc:sldChg>
      <pc:sldChg chg="add">
        <pc:chgData name="翔太 高瀬" userId="d64d040886672171" providerId="LiveId" clId="{AE2DA98C-D102-4FA5-B1E4-54413302B284}" dt="2026-09-22T07:43:47.822" v="1"/>
        <pc:sldMkLst>
          <pc:docMk/>
          <pc:sldMk cId="45203812" sldId="2007580677"/>
        </pc:sldMkLst>
      </pc:sldChg>
      <pc:sldChg chg="add">
        <pc:chgData name="翔太 高瀬" userId="d64d040886672171" providerId="LiveId" clId="{AE2DA98C-D102-4FA5-B1E4-54413302B284}" dt="2026-09-22T07:43:47.822" v="1"/>
        <pc:sldMkLst>
          <pc:docMk/>
          <pc:sldMk cId="1862150497" sldId="2007580678"/>
        </pc:sldMkLst>
      </pc:sldChg>
      <pc:sldChg chg="add">
        <pc:chgData name="翔太 高瀬" userId="d64d040886672171" providerId="LiveId" clId="{AE2DA98C-D102-4FA5-B1E4-54413302B284}" dt="2026-09-22T07:43:47.822" v="1"/>
        <pc:sldMkLst>
          <pc:docMk/>
          <pc:sldMk cId="2267747554" sldId="2007580679"/>
        </pc:sldMkLst>
      </pc:sldChg>
      <pc:sldChg chg="add">
        <pc:chgData name="翔太 高瀬" userId="d64d040886672171" providerId="LiveId" clId="{AE2DA98C-D102-4FA5-B1E4-54413302B284}" dt="2026-09-22T07:43:47.822" v="1"/>
        <pc:sldMkLst>
          <pc:docMk/>
          <pc:sldMk cId="2566830687" sldId="2007580680"/>
        </pc:sldMkLst>
      </pc:sldChg>
      <pc:sldChg chg="add">
        <pc:chgData name="翔太 高瀬" userId="d64d040886672171" providerId="LiveId" clId="{AE2DA98C-D102-4FA5-B1E4-54413302B284}" dt="2026-09-22T07:44:25.233" v="3"/>
        <pc:sldMkLst>
          <pc:docMk/>
          <pc:sldMk cId="1949340938" sldId="2007580683"/>
        </pc:sldMkLst>
      </pc:sldChg>
      <pc:sldChg chg="add del">
        <pc:chgData name="翔太 高瀬" userId="d64d040886672171" providerId="LiveId" clId="{AE2DA98C-D102-4FA5-B1E4-54413302B284}" dt="2026-09-22T07:44:14.180" v="2" actId="2696"/>
        <pc:sldMkLst>
          <pc:docMk/>
          <pc:sldMk cId="3844697287" sldId="2007580683"/>
        </pc:sldMkLst>
      </pc:sldChg>
      <pc:sldChg chg="add">
        <pc:chgData name="翔太 高瀬" userId="d64d040886672171" providerId="LiveId" clId="{AE2DA98C-D102-4FA5-B1E4-54413302B284}" dt="2026-09-22T07:44:25.233" v="3"/>
        <pc:sldMkLst>
          <pc:docMk/>
          <pc:sldMk cId="560367736" sldId="2007580684"/>
        </pc:sldMkLst>
      </pc:sldChg>
      <pc:sldChg chg="add del">
        <pc:chgData name="翔太 高瀬" userId="d64d040886672171" providerId="LiveId" clId="{AE2DA98C-D102-4FA5-B1E4-54413302B284}" dt="2026-09-22T07:44:14.180" v="2" actId="2696"/>
        <pc:sldMkLst>
          <pc:docMk/>
          <pc:sldMk cId="1811514385" sldId="2007580684"/>
        </pc:sldMkLst>
      </pc:sldChg>
      <pc:sldChg chg="add del">
        <pc:chgData name="翔太 高瀬" userId="d64d040886672171" providerId="LiveId" clId="{AE2DA98C-D102-4FA5-B1E4-54413302B284}" dt="2026-09-22T07:44:14.180" v="2" actId="2696"/>
        <pc:sldMkLst>
          <pc:docMk/>
          <pc:sldMk cId="2224519634" sldId="2007580685"/>
        </pc:sldMkLst>
      </pc:sldChg>
      <pc:sldChg chg="add">
        <pc:chgData name="翔太 高瀬" userId="d64d040886672171" providerId="LiveId" clId="{AE2DA98C-D102-4FA5-B1E4-54413302B284}" dt="2026-09-22T07:44:25.233" v="3"/>
        <pc:sldMkLst>
          <pc:docMk/>
          <pc:sldMk cId="2243149038" sldId="2007580685"/>
        </pc:sldMkLst>
      </pc:sldChg>
      <pc:sldChg chg="add del">
        <pc:chgData name="翔太 高瀬" userId="d64d040886672171" providerId="LiveId" clId="{AE2DA98C-D102-4FA5-B1E4-54413302B284}" dt="2026-09-22T07:44:14.180" v="2" actId="2696"/>
        <pc:sldMkLst>
          <pc:docMk/>
          <pc:sldMk cId="535224914" sldId="2007580686"/>
        </pc:sldMkLst>
      </pc:sldChg>
      <pc:sldChg chg="add">
        <pc:chgData name="翔太 高瀬" userId="d64d040886672171" providerId="LiveId" clId="{AE2DA98C-D102-4FA5-B1E4-54413302B284}" dt="2026-09-22T07:44:25.233" v="3"/>
        <pc:sldMkLst>
          <pc:docMk/>
          <pc:sldMk cId="2211128743" sldId="2007580686"/>
        </pc:sldMkLst>
      </pc:sldChg>
      <pc:sldChg chg="add del">
        <pc:chgData name="翔太 高瀬" userId="d64d040886672171" providerId="LiveId" clId="{AE2DA98C-D102-4FA5-B1E4-54413302B284}" dt="2026-09-22T07:44:14.180" v="2" actId="2696"/>
        <pc:sldMkLst>
          <pc:docMk/>
          <pc:sldMk cId="1125679703" sldId="2007580687"/>
        </pc:sldMkLst>
      </pc:sldChg>
      <pc:sldChg chg="add">
        <pc:chgData name="翔太 高瀬" userId="d64d040886672171" providerId="LiveId" clId="{AE2DA98C-D102-4FA5-B1E4-54413302B284}" dt="2026-09-22T07:44:25.233" v="3"/>
        <pc:sldMkLst>
          <pc:docMk/>
          <pc:sldMk cId="3877275902" sldId="2007580687"/>
        </pc:sldMkLst>
      </pc:sldChg>
      <pc:sldChg chg="add">
        <pc:chgData name="翔太 高瀬" userId="d64d040886672171" providerId="LiveId" clId="{AE2DA98C-D102-4FA5-B1E4-54413302B284}" dt="2026-09-22T07:43:47.822" v="1"/>
        <pc:sldMkLst>
          <pc:docMk/>
          <pc:sldMk cId="2071414410" sldId="2007580690"/>
        </pc:sldMkLst>
      </pc:sldChg>
      <pc:sldChg chg="add">
        <pc:chgData name="翔太 高瀬" userId="d64d040886672171" providerId="LiveId" clId="{AE2DA98C-D102-4FA5-B1E4-54413302B284}" dt="2026-09-22T07:44:25.233" v="3"/>
        <pc:sldMkLst>
          <pc:docMk/>
          <pc:sldMk cId="1170224227" sldId="2007580694"/>
        </pc:sldMkLst>
      </pc:sldChg>
      <pc:sldChg chg="add del">
        <pc:chgData name="翔太 高瀬" userId="d64d040886672171" providerId="LiveId" clId="{AE2DA98C-D102-4FA5-B1E4-54413302B284}" dt="2026-09-22T07:44:14.180" v="2" actId="2696"/>
        <pc:sldMkLst>
          <pc:docMk/>
          <pc:sldMk cId="4100229264" sldId="2007580694"/>
        </pc:sldMkLst>
      </pc:sldChg>
      <pc:sldChg chg="add">
        <pc:chgData name="翔太 高瀬" userId="d64d040886672171" providerId="LiveId" clId="{AE2DA98C-D102-4FA5-B1E4-54413302B284}" dt="2026-09-22T07:43:47.822" v="1"/>
        <pc:sldMkLst>
          <pc:docMk/>
          <pc:sldMk cId="3715303323" sldId="2007580695"/>
        </pc:sldMkLst>
      </pc:sldChg>
      <pc:sldChg chg="add">
        <pc:chgData name="翔太 高瀬" userId="d64d040886672171" providerId="LiveId" clId="{AE2DA98C-D102-4FA5-B1E4-54413302B284}" dt="2026-09-22T07:43:47.822" v="1"/>
        <pc:sldMkLst>
          <pc:docMk/>
          <pc:sldMk cId="134402940" sldId="2007580697"/>
        </pc:sldMkLst>
      </pc:sldChg>
      <pc:sldChg chg="add">
        <pc:chgData name="翔太 高瀬" userId="d64d040886672171" providerId="LiveId" clId="{AE2DA98C-D102-4FA5-B1E4-54413302B284}" dt="2026-09-22T07:43:47.822" v="1"/>
        <pc:sldMkLst>
          <pc:docMk/>
          <pc:sldMk cId="3976095945" sldId="2007580698"/>
        </pc:sldMkLst>
      </pc:sldChg>
      <pc:sldChg chg="add">
        <pc:chgData name="翔太 高瀬" userId="d64d040886672171" providerId="LiveId" clId="{AE2DA98C-D102-4FA5-B1E4-54413302B284}" dt="2026-09-22T07:43:47.822" v="1"/>
        <pc:sldMkLst>
          <pc:docMk/>
          <pc:sldMk cId="10659994" sldId="2007580700"/>
        </pc:sldMkLst>
      </pc:sldChg>
      <pc:sldChg chg="add">
        <pc:chgData name="翔太 高瀬" userId="d64d040886672171" providerId="LiveId" clId="{AE2DA98C-D102-4FA5-B1E4-54413302B284}" dt="2026-09-22T07:43:47.822" v="1"/>
        <pc:sldMkLst>
          <pc:docMk/>
          <pc:sldMk cId="2927051345" sldId="2007580701"/>
        </pc:sldMkLst>
      </pc:sldChg>
      <pc:sldChg chg="add">
        <pc:chgData name="翔太 高瀬" userId="d64d040886672171" providerId="LiveId" clId="{AE2DA98C-D102-4FA5-B1E4-54413302B284}" dt="2026-09-22T07:43:47.822" v="1"/>
        <pc:sldMkLst>
          <pc:docMk/>
          <pc:sldMk cId="3531257014" sldId="2007580703"/>
        </pc:sldMkLst>
      </pc:sldChg>
      <pc:sldChg chg="add mod modShow">
        <pc:chgData name="翔太 高瀬" userId="d64d040886672171" providerId="LiveId" clId="{AE2DA98C-D102-4FA5-B1E4-54413302B284}" dt="2026-09-22T08:13:00.643" v="60" actId="729"/>
        <pc:sldMkLst>
          <pc:docMk/>
          <pc:sldMk cId="3612363656" sldId="2007580704"/>
        </pc:sldMkLst>
      </pc:sldChg>
      <pc:sldChg chg="add">
        <pc:chgData name="翔太 高瀬" userId="d64d040886672171" providerId="LiveId" clId="{AE2DA98C-D102-4FA5-B1E4-54413302B284}" dt="2026-09-22T07:43:47.822" v="1"/>
        <pc:sldMkLst>
          <pc:docMk/>
          <pc:sldMk cId="1152479933" sldId="2007580705"/>
        </pc:sldMkLst>
      </pc:sldChg>
      <pc:sldChg chg="add">
        <pc:chgData name="翔太 高瀬" userId="d64d040886672171" providerId="LiveId" clId="{AE2DA98C-D102-4FA5-B1E4-54413302B284}" dt="2026-09-22T07:43:47.822" v="1"/>
        <pc:sldMkLst>
          <pc:docMk/>
          <pc:sldMk cId="1481370115" sldId="2007580709"/>
        </pc:sldMkLst>
      </pc:sldChg>
      <pc:sldChg chg="add">
        <pc:chgData name="翔太 高瀬" userId="d64d040886672171" providerId="LiveId" clId="{AE2DA98C-D102-4FA5-B1E4-54413302B284}" dt="2026-09-22T07:43:47.822" v="1"/>
        <pc:sldMkLst>
          <pc:docMk/>
          <pc:sldMk cId="578786695" sldId="2007580711"/>
        </pc:sldMkLst>
      </pc:sldChg>
      <pc:sldChg chg="add">
        <pc:chgData name="翔太 高瀬" userId="d64d040886672171" providerId="LiveId" clId="{AE2DA98C-D102-4FA5-B1E4-54413302B284}" dt="2026-09-22T07:43:47.822" v="1"/>
        <pc:sldMkLst>
          <pc:docMk/>
          <pc:sldMk cId="1520003720" sldId="2007580712"/>
        </pc:sldMkLst>
      </pc:sldChg>
      <pc:sldChg chg="add">
        <pc:chgData name="翔太 高瀬" userId="d64d040886672171" providerId="LiveId" clId="{AE2DA98C-D102-4FA5-B1E4-54413302B284}" dt="2026-09-22T07:43:47.822" v="1"/>
        <pc:sldMkLst>
          <pc:docMk/>
          <pc:sldMk cId="3532778218" sldId="2007580713"/>
        </pc:sldMkLst>
      </pc:sldChg>
      <pc:sldChg chg="add">
        <pc:chgData name="翔太 高瀬" userId="d64d040886672171" providerId="LiveId" clId="{AE2DA98C-D102-4FA5-B1E4-54413302B284}" dt="2026-09-22T07:43:47.822" v="1"/>
        <pc:sldMkLst>
          <pc:docMk/>
          <pc:sldMk cId="1345430564" sldId="2007580714"/>
        </pc:sldMkLst>
      </pc:sldChg>
      <pc:sldChg chg="add">
        <pc:chgData name="翔太 高瀬" userId="d64d040886672171" providerId="LiveId" clId="{AE2DA98C-D102-4FA5-B1E4-54413302B284}" dt="2026-09-22T07:43:47.822" v="1"/>
        <pc:sldMkLst>
          <pc:docMk/>
          <pc:sldMk cId="1287092826" sldId="2007580715"/>
        </pc:sldMkLst>
      </pc:sldChg>
      <pc:sldChg chg="add">
        <pc:chgData name="翔太 高瀬" userId="d64d040886672171" providerId="LiveId" clId="{AE2DA98C-D102-4FA5-B1E4-54413302B284}" dt="2026-09-22T07:43:47.822" v="1"/>
        <pc:sldMkLst>
          <pc:docMk/>
          <pc:sldMk cId="1546839176" sldId="2007580716"/>
        </pc:sldMkLst>
      </pc:sldChg>
      <pc:sldChg chg="add">
        <pc:chgData name="翔太 高瀬" userId="d64d040886672171" providerId="LiveId" clId="{AE2DA98C-D102-4FA5-B1E4-54413302B284}" dt="2026-09-22T07:43:47.822" v="1"/>
        <pc:sldMkLst>
          <pc:docMk/>
          <pc:sldMk cId="251510435" sldId="2007580717"/>
        </pc:sldMkLst>
      </pc:sldChg>
      <pc:sldChg chg="add">
        <pc:chgData name="翔太 高瀬" userId="d64d040886672171" providerId="LiveId" clId="{AE2DA98C-D102-4FA5-B1E4-54413302B284}" dt="2026-09-22T07:43:47.822" v="1"/>
        <pc:sldMkLst>
          <pc:docMk/>
          <pc:sldMk cId="2547362335" sldId="2007580719"/>
        </pc:sldMkLst>
      </pc:sldChg>
      <pc:sldChg chg="add">
        <pc:chgData name="翔太 高瀬" userId="d64d040886672171" providerId="LiveId" clId="{AE2DA98C-D102-4FA5-B1E4-54413302B284}" dt="2026-09-22T07:43:47.822" v="1"/>
        <pc:sldMkLst>
          <pc:docMk/>
          <pc:sldMk cId="4145824900" sldId="2007580720"/>
        </pc:sldMkLst>
      </pc:sldChg>
      <pc:sldChg chg="add">
        <pc:chgData name="翔太 高瀬" userId="d64d040886672171" providerId="LiveId" clId="{AE2DA98C-D102-4FA5-B1E4-54413302B284}" dt="2026-09-22T07:43:47.822" v="1"/>
        <pc:sldMkLst>
          <pc:docMk/>
          <pc:sldMk cId="1859729492" sldId="2007580725"/>
        </pc:sldMkLst>
      </pc:sldChg>
      <pc:sldChg chg="add">
        <pc:chgData name="翔太 高瀬" userId="d64d040886672171" providerId="LiveId" clId="{AE2DA98C-D102-4FA5-B1E4-54413302B284}" dt="2026-09-22T07:43:47.822" v="1"/>
        <pc:sldMkLst>
          <pc:docMk/>
          <pc:sldMk cId="914827704" sldId="2007580728"/>
        </pc:sldMkLst>
      </pc:sldChg>
      <pc:sldChg chg="add">
        <pc:chgData name="翔太 高瀬" userId="d64d040886672171" providerId="LiveId" clId="{AE2DA98C-D102-4FA5-B1E4-54413302B284}" dt="2026-09-22T07:43:47.822" v="1"/>
        <pc:sldMkLst>
          <pc:docMk/>
          <pc:sldMk cId="244540869" sldId="2007580729"/>
        </pc:sldMkLst>
      </pc:sldChg>
      <pc:sldChg chg="add">
        <pc:chgData name="翔太 高瀬" userId="d64d040886672171" providerId="LiveId" clId="{AE2DA98C-D102-4FA5-B1E4-54413302B284}" dt="2026-09-22T07:43:47.822" v="1"/>
        <pc:sldMkLst>
          <pc:docMk/>
          <pc:sldMk cId="4150476963" sldId="2007580730"/>
        </pc:sldMkLst>
      </pc:sldChg>
      <pc:sldChg chg="add">
        <pc:chgData name="翔太 高瀬" userId="d64d040886672171" providerId="LiveId" clId="{AE2DA98C-D102-4FA5-B1E4-54413302B284}" dt="2026-09-22T07:43:47.822" v="1"/>
        <pc:sldMkLst>
          <pc:docMk/>
          <pc:sldMk cId="4032535930" sldId="2007580731"/>
        </pc:sldMkLst>
      </pc:sldChg>
      <pc:sldChg chg="add">
        <pc:chgData name="翔太 高瀬" userId="d64d040886672171" providerId="LiveId" clId="{AE2DA98C-D102-4FA5-B1E4-54413302B284}" dt="2026-09-22T07:43:47.822" v="1"/>
        <pc:sldMkLst>
          <pc:docMk/>
          <pc:sldMk cId="1475737968" sldId="2007580732"/>
        </pc:sldMkLst>
      </pc:sldChg>
      <pc:sldChg chg="add">
        <pc:chgData name="翔太 高瀬" userId="d64d040886672171" providerId="LiveId" clId="{AE2DA98C-D102-4FA5-B1E4-54413302B284}" dt="2026-09-22T07:43:47.822" v="1"/>
        <pc:sldMkLst>
          <pc:docMk/>
          <pc:sldMk cId="1130548234" sldId="2007580733"/>
        </pc:sldMkLst>
      </pc:sldChg>
      <pc:sldChg chg="add">
        <pc:chgData name="翔太 高瀬" userId="d64d040886672171" providerId="LiveId" clId="{AE2DA98C-D102-4FA5-B1E4-54413302B284}" dt="2026-09-22T07:43:47.822" v="1"/>
        <pc:sldMkLst>
          <pc:docMk/>
          <pc:sldMk cId="3247037202" sldId="2007580735"/>
        </pc:sldMkLst>
      </pc:sldChg>
      <pc:sldChg chg="add">
        <pc:chgData name="翔太 高瀬" userId="d64d040886672171" providerId="LiveId" clId="{AE2DA98C-D102-4FA5-B1E4-54413302B284}" dt="2026-09-22T07:43:47.822" v="1"/>
        <pc:sldMkLst>
          <pc:docMk/>
          <pc:sldMk cId="3093978412" sldId="2007580830"/>
        </pc:sldMkLst>
      </pc:sldChg>
      <pc:sldChg chg="add">
        <pc:chgData name="翔太 高瀬" userId="d64d040886672171" providerId="LiveId" clId="{AE2DA98C-D102-4FA5-B1E4-54413302B284}" dt="2026-09-22T07:43:47.822" v="1"/>
        <pc:sldMkLst>
          <pc:docMk/>
          <pc:sldMk cId="2781082022" sldId="2007580832"/>
        </pc:sldMkLst>
      </pc:sldChg>
      <pc:sldChg chg="add">
        <pc:chgData name="翔太 高瀬" userId="d64d040886672171" providerId="LiveId" clId="{AE2DA98C-D102-4FA5-B1E4-54413302B284}" dt="2026-09-22T07:43:47.822" v="1"/>
        <pc:sldMkLst>
          <pc:docMk/>
          <pc:sldMk cId="1009406814" sldId="2007580833"/>
        </pc:sldMkLst>
      </pc:sldChg>
      <pc:sldChg chg="mod modShow">
        <pc:chgData name="翔太 高瀬" userId="d64d040886672171" providerId="LiveId" clId="{AE2DA98C-D102-4FA5-B1E4-54413302B284}" dt="2026-09-22T07:42:25.885" v="0" actId="729"/>
        <pc:sldMkLst>
          <pc:docMk/>
          <pc:sldMk cId="650587100" sldId="2007580835"/>
        </pc:sldMkLst>
      </pc:sldChg>
      <pc:sldChg chg="add">
        <pc:chgData name="翔太 高瀬" userId="d64d040886672171" providerId="LiveId" clId="{AE2DA98C-D102-4FA5-B1E4-54413302B284}" dt="2026-09-22T07:47:55.434" v="4"/>
        <pc:sldMkLst>
          <pc:docMk/>
          <pc:sldMk cId="3119712948" sldId="2007580879"/>
        </pc:sldMkLst>
      </pc:sldChg>
      <pc:sldChg chg="add">
        <pc:chgData name="翔太 高瀬" userId="d64d040886672171" providerId="LiveId" clId="{AE2DA98C-D102-4FA5-B1E4-54413302B284}" dt="2026-09-22T07:47:55.434" v="4"/>
        <pc:sldMkLst>
          <pc:docMk/>
          <pc:sldMk cId="93031263" sldId="2007580880"/>
        </pc:sldMkLst>
      </pc:sldChg>
      <pc:sldChg chg="add">
        <pc:chgData name="翔太 高瀬" userId="d64d040886672171" providerId="LiveId" clId="{AE2DA98C-D102-4FA5-B1E4-54413302B284}" dt="2026-09-22T07:47:55.434" v="4"/>
        <pc:sldMkLst>
          <pc:docMk/>
          <pc:sldMk cId="3958236475" sldId="2007580881"/>
        </pc:sldMkLst>
      </pc:sldChg>
      <pc:sldChg chg="add">
        <pc:chgData name="翔太 高瀬" userId="d64d040886672171" providerId="LiveId" clId="{AE2DA98C-D102-4FA5-B1E4-54413302B284}" dt="2026-09-22T07:47:55.434" v="4"/>
        <pc:sldMkLst>
          <pc:docMk/>
          <pc:sldMk cId="960725042" sldId="2007580882"/>
        </pc:sldMkLst>
      </pc:sldChg>
      <pc:sldChg chg="add">
        <pc:chgData name="翔太 高瀬" userId="d64d040886672171" providerId="LiveId" clId="{AE2DA98C-D102-4FA5-B1E4-54413302B284}" dt="2026-09-22T07:47:55.434" v="4"/>
        <pc:sldMkLst>
          <pc:docMk/>
          <pc:sldMk cId="2270545179" sldId="2007580883"/>
        </pc:sldMkLst>
      </pc:sldChg>
      <pc:sldChg chg="add">
        <pc:chgData name="翔太 高瀬" userId="d64d040886672171" providerId="LiveId" clId="{AE2DA98C-D102-4FA5-B1E4-54413302B284}" dt="2026-09-22T07:47:55.434" v="4"/>
        <pc:sldMkLst>
          <pc:docMk/>
          <pc:sldMk cId="3409883445" sldId="2007580884"/>
        </pc:sldMkLst>
      </pc:sldChg>
      <pc:sldChg chg="add">
        <pc:chgData name="翔太 高瀬" userId="d64d040886672171" providerId="LiveId" clId="{AE2DA98C-D102-4FA5-B1E4-54413302B284}" dt="2026-09-22T07:47:55.434" v="4"/>
        <pc:sldMkLst>
          <pc:docMk/>
          <pc:sldMk cId="1127007380" sldId="2007580885"/>
        </pc:sldMkLst>
      </pc:sldChg>
      <pc:sldChg chg="add del">
        <pc:chgData name="翔太 高瀬" userId="d64d040886672171" providerId="LiveId" clId="{AE2DA98C-D102-4FA5-B1E4-54413302B284}" dt="2026-09-22T07:44:14.180" v="2" actId="2696"/>
        <pc:sldMkLst>
          <pc:docMk/>
          <pc:sldMk cId="175825624" sldId="2007580908"/>
        </pc:sldMkLst>
      </pc:sldChg>
      <pc:sldChg chg="add">
        <pc:chgData name="翔太 高瀬" userId="d64d040886672171" providerId="LiveId" clId="{AE2DA98C-D102-4FA5-B1E4-54413302B284}" dt="2026-09-22T07:44:25.233" v="3"/>
        <pc:sldMkLst>
          <pc:docMk/>
          <pc:sldMk cId="3474318735" sldId="2007580908"/>
        </pc:sldMkLst>
      </pc:sldChg>
      <pc:sldChg chg="add mod modShow">
        <pc:chgData name="翔太 高瀬" userId="d64d040886672171" providerId="LiveId" clId="{AE2DA98C-D102-4FA5-B1E4-54413302B284}" dt="2026-09-22T08:08:39.036" v="48" actId="34476"/>
        <pc:sldMkLst>
          <pc:docMk/>
          <pc:sldMk cId="1381343369" sldId="2007580935"/>
        </pc:sldMkLst>
      </pc:sldChg>
      <pc:sldChg chg="add">
        <pc:chgData name="翔太 高瀬" userId="d64d040886672171" providerId="LiveId" clId="{AE2DA98C-D102-4FA5-B1E4-54413302B284}" dt="2026-09-22T08:04:04.140" v="7"/>
        <pc:sldMkLst>
          <pc:docMk/>
          <pc:sldMk cId="2497003093" sldId="2007580939"/>
        </pc:sldMkLst>
      </pc:sldChg>
      <pc:sldChg chg="add">
        <pc:chgData name="翔太 高瀬" userId="d64d040886672171" providerId="LiveId" clId="{AE2DA98C-D102-4FA5-B1E4-54413302B284}" dt="2026-09-22T07:50:04.734" v="5"/>
        <pc:sldMkLst>
          <pc:docMk/>
          <pc:sldMk cId="1069735967" sldId="2007580952"/>
        </pc:sldMkLst>
      </pc:sldChg>
      <pc:sldChg chg="add">
        <pc:chgData name="翔太 高瀬" userId="d64d040886672171" providerId="LiveId" clId="{AE2DA98C-D102-4FA5-B1E4-54413302B284}" dt="2026-09-22T07:50:04.734" v="5"/>
        <pc:sldMkLst>
          <pc:docMk/>
          <pc:sldMk cId="4186174853" sldId="2007580953"/>
        </pc:sldMkLst>
      </pc:sldChg>
      <pc:sldChg chg="add">
        <pc:chgData name="翔太 高瀬" userId="d64d040886672171" providerId="LiveId" clId="{AE2DA98C-D102-4FA5-B1E4-54413302B284}" dt="2026-09-22T07:43:47.822" v="1"/>
        <pc:sldMkLst>
          <pc:docMk/>
          <pc:sldMk cId="3325043498" sldId="2007580954"/>
        </pc:sldMkLst>
      </pc:sldChg>
      <pc:sldChg chg="add">
        <pc:chgData name="翔太 高瀬" userId="d64d040886672171" providerId="LiveId" clId="{AE2DA98C-D102-4FA5-B1E4-54413302B284}" dt="2026-09-22T07:43:47.822" v="1"/>
        <pc:sldMkLst>
          <pc:docMk/>
          <pc:sldMk cId="2057239427" sldId="2007580965"/>
        </pc:sldMkLst>
      </pc:sldChg>
      <pc:sldChg chg="add mod modShow">
        <pc:chgData name="翔太 高瀬" userId="d64d040886672171" providerId="LiveId" clId="{AE2DA98C-D102-4FA5-B1E4-54413302B284}" dt="2026-09-22T08:12:34.419" v="59" actId="729"/>
        <pc:sldMkLst>
          <pc:docMk/>
          <pc:sldMk cId="201375963" sldId="2007580966"/>
        </pc:sldMkLst>
      </pc:sldChg>
      <pc:sldChg chg="add del">
        <pc:chgData name="翔太 高瀬" userId="d64d040886672171" providerId="LiveId" clId="{AE2DA98C-D102-4FA5-B1E4-54413302B284}" dt="2026-09-22T07:44:14.180" v="2" actId="2696"/>
        <pc:sldMkLst>
          <pc:docMk/>
          <pc:sldMk cId="204935567" sldId="2007580966"/>
        </pc:sldMkLst>
      </pc:sldChg>
      <pc:sldChg chg="add">
        <pc:chgData name="翔太 高瀬" userId="d64d040886672171" providerId="LiveId" clId="{AE2DA98C-D102-4FA5-B1E4-54413302B284}" dt="2026-09-22T07:43:47.822" v="1"/>
        <pc:sldMkLst>
          <pc:docMk/>
          <pc:sldMk cId="4141958455" sldId="2007580967"/>
        </pc:sldMkLst>
      </pc:sldChg>
      <pc:sldChg chg="add">
        <pc:chgData name="翔太 高瀬" userId="d64d040886672171" providerId="LiveId" clId="{AE2DA98C-D102-4FA5-B1E4-54413302B284}" dt="2026-09-22T07:43:47.822" v="1"/>
        <pc:sldMkLst>
          <pc:docMk/>
          <pc:sldMk cId="462490747" sldId="2007580980"/>
        </pc:sldMkLst>
      </pc:sldChg>
      <pc:sldChg chg="add">
        <pc:chgData name="翔太 高瀬" userId="d64d040886672171" providerId="LiveId" clId="{AE2DA98C-D102-4FA5-B1E4-54413302B284}" dt="2026-09-22T07:43:47.822" v="1"/>
        <pc:sldMkLst>
          <pc:docMk/>
          <pc:sldMk cId="1752071226" sldId="2007580981"/>
        </pc:sldMkLst>
      </pc:sldChg>
      <pc:sldChg chg="add del mod modShow">
        <pc:chgData name="翔太 高瀬" userId="d64d040886672171" providerId="LiveId" clId="{AE2DA98C-D102-4FA5-B1E4-54413302B284}" dt="2026-09-22T08:11:31.636" v="49" actId="2696"/>
        <pc:sldMkLst>
          <pc:docMk/>
          <pc:sldMk cId="2321564781" sldId="2007580996"/>
        </pc:sldMkLst>
      </pc:sldChg>
      <pc:sldChg chg="addSp delSp add mod modShow">
        <pc:chgData name="翔太 高瀬" userId="d64d040886672171" providerId="LiveId" clId="{AE2DA98C-D102-4FA5-B1E4-54413302B284}" dt="2026-09-22T08:12:27.239" v="58" actId="22"/>
        <pc:sldMkLst>
          <pc:docMk/>
          <pc:sldMk cId="3256027081" sldId="2007580996"/>
        </pc:sldMkLst>
        <pc:spChg chg="add">
          <ac:chgData name="翔太 高瀬" userId="d64d040886672171" providerId="LiveId" clId="{AE2DA98C-D102-4FA5-B1E4-54413302B284}" dt="2026-09-22T08:12:09.835" v="54" actId="22"/>
          <ac:spMkLst>
            <pc:docMk/>
            <pc:sldMk cId="3256027081" sldId="2007580996"/>
            <ac:spMk id="160" creationId="{A89013CC-7E90-F283-966A-DB1E9D9C0826}"/>
          </ac:spMkLst>
        </pc:spChg>
        <pc:spChg chg="add">
          <ac:chgData name="翔太 高瀬" userId="d64d040886672171" providerId="LiveId" clId="{AE2DA98C-D102-4FA5-B1E4-54413302B284}" dt="2026-09-22T08:12:18.937" v="56" actId="22"/>
          <ac:spMkLst>
            <pc:docMk/>
            <pc:sldMk cId="3256027081" sldId="2007580996"/>
            <ac:spMk id="162" creationId="{31BECE0C-4B1C-A93A-B828-ACB2DCE4FE23}"/>
          </ac:spMkLst>
        </pc:spChg>
        <pc:spChg chg="del">
          <ac:chgData name="翔太 高瀬" userId="d64d040886672171" providerId="LiveId" clId="{AE2DA98C-D102-4FA5-B1E4-54413302B284}" dt="2026-09-22T08:12:09.029" v="53" actId="478"/>
          <ac:spMkLst>
            <pc:docMk/>
            <pc:sldMk cId="3256027081" sldId="2007580996"/>
            <ac:spMk id="164" creationId="{644DE191-9435-981D-92E7-B13C157D470E}"/>
          </ac:spMkLst>
        </pc:spChg>
        <pc:spChg chg="add">
          <ac:chgData name="翔太 高瀬" userId="d64d040886672171" providerId="LiveId" clId="{AE2DA98C-D102-4FA5-B1E4-54413302B284}" dt="2026-09-22T08:12:27.239" v="58" actId="22"/>
          <ac:spMkLst>
            <pc:docMk/>
            <pc:sldMk cId="3256027081" sldId="2007580996"/>
            <ac:spMk id="165" creationId="{3E7ED3A2-1431-BA73-9C4E-48C9A4F6CFAC}"/>
          </ac:spMkLst>
        </pc:spChg>
        <pc:spChg chg="del">
          <ac:chgData name="翔太 高瀬" userId="d64d040886672171" providerId="LiveId" clId="{AE2DA98C-D102-4FA5-B1E4-54413302B284}" dt="2026-09-22T08:12:18.065" v="55" actId="478"/>
          <ac:spMkLst>
            <pc:docMk/>
            <pc:sldMk cId="3256027081" sldId="2007580996"/>
            <ac:spMk id="166" creationId="{50A3C803-AFCB-1FE5-437D-E2F162ED18C6}"/>
          </ac:spMkLst>
        </pc:spChg>
        <pc:spChg chg="del">
          <ac:chgData name="翔太 高瀬" userId="d64d040886672171" providerId="LiveId" clId="{AE2DA98C-D102-4FA5-B1E4-54413302B284}" dt="2026-09-22T08:12:26.411" v="57" actId="478"/>
          <ac:spMkLst>
            <pc:docMk/>
            <pc:sldMk cId="3256027081" sldId="2007580996"/>
            <ac:spMk id="168" creationId="{C6A744E5-3568-8519-07D9-6860C81886A2}"/>
          </ac:spMkLst>
        </pc:spChg>
        <pc:picChg chg="add">
          <ac:chgData name="翔太 高瀬" userId="d64d040886672171" providerId="LiveId" clId="{AE2DA98C-D102-4FA5-B1E4-54413302B284}" dt="2026-09-22T08:11:58.014" v="52" actId="22"/>
          <ac:picMkLst>
            <pc:docMk/>
            <pc:sldMk cId="3256027081" sldId="2007580996"/>
            <ac:picMk id="157" creationId="{E1CFC3C3-02A0-4E3D-CC39-080565A99220}"/>
          </ac:picMkLst>
        </pc:picChg>
      </pc:sldChg>
      <pc:sldChg chg="delSp add mod">
        <pc:chgData name="翔太 高瀬" userId="d64d040886672171" providerId="LiveId" clId="{AE2DA98C-D102-4FA5-B1E4-54413302B284}" dt="2026-09-22T08:03:18.917" v="6" actId="478"/>
        <pc:sldMkLst>
          <pc:docMk/>
          <pc:sldMk cId="4120842812" sldId="2007580997"/>
        </pc:sldMkLst>
        <pc:spChg chg="del">
          <ac:chgData name="翔太 高瀬" userId="d64d040886672171" providerId="LiveId" clId="{AE2DA98C-D102-4FA5-B1E4-54413302B284}" dt="2026-09-22T08:03:18.917" v="6" actId="478"/>
          <ac:spMkLst>
            <pc:docMk/>
            <pc:sldMk cId="4120842812" sldId="2007580997"/>
            <ac:spMk id="26" creationId="{408279AE-8AA2-25EF-5D0A-7DDDB7DDB1A3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012457" cy="46232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35996" y="1"/>
            <a:ext cx="3012457" cy="46232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B5C54D-2C19-4125-968F-3903584745FD}" type="datetimeFigureOut">
              <a:rPr lang="en-IE" smtClean="0"/>
              <a:t>23/09/2026</a:t>
            </a:fld>
            <a:endParaRPr lang="en-I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773755"/>
            <a:ext cx="3012457" cy="46232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35996" y="8773755"/>
            <a:ext cx="3012457" cy="46232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3CA17C-8BF8-446E-B00E-90FF84B5AC0E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51075251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11488" cy="4635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37000" y="0"/>
            <a:ext cx="3011488" cy="4635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2E50EC-8CF9-B14A-A74C-5F6850CA225C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03263" y="1154113"/>
            <a:ext cx="5543550" cy="31178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95325" y="4445000"/>
            <a:ext cx="5559425" cy="363696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772525"/>
            <a:ext cx="3011488" cy="4635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37000" y="8772525"/>
            <a:ext cx="3011488" cy="4635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1F9D5DD-ACA7-F840-B1B7-9E1A7F22A1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63992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FDF665-E355-C847-E9DD-A7137A97D6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3CBA84F6-8F9C-0FD2-FDB6-05C603A167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6CB1B9A0-A2DA-A2F7-916C-FA6060E37E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6E56AAE2-D9C0-31FE-FA78-5A7C623709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F9D5DD-ACA7-F840-B1B7-9E1A7F22A19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37727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9.png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79070-5776-406C-8382-D7F41968F1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6AA7636-6A95-4962-8FC3-CD9A098895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8761822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ACB03896-1836-41B9-A806-B5F36E2DA1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417" y="6449"/>
            <a:ext cx="11169161" cy="10561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9D4A6CE3-C6CD-4F12-A37E-7F5614E328C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64928" y="1062625"/>
            <a:ext cx="11169650" cy="45196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779550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53F0AD-3B13-4F44-A3E7-9E4FF959C8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50947" y="1894865"/>
            <a:ext cx="4633165" cy="405363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02796F8-C0C4-47AB-9E5E-220358CF2E1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33849" y="536713"/>
            <a:ext cx="4650263" cy="1182756"/>
          </a:xfrm>
        </p:spPr>
        <p:txBody>
          <a:bodyPr>
            <a:noAutofit/>
          </a:bodyPr>
          <a:lstStyle>
            <a:lvl1pPr marL="0" indent="0">
              <a:buNone/>
              <a:defRPr sz="3200" b="1" baseline="0"/>
            </a:lvl1pPr>
          </a:lstStyle>
          <a:p>
            <a:pPr lvl="0"/>
            <a:r>
              <a:rPr lang="en-US" dirty="0"/>
              <a:t>Click to edit Master Title</a:t>
            </a:r>
          </a:p>
        </p:txBody>
      </p:sp>
      <p:sp>
        <p:nvSpPr>
          <p:cNvPr id="2" name="Right Triangle 1">
            <a:extLst>
              <a:ext uri="{FF2B5EF4-FFF2-40B4-BE49-F238E27FC236}">
                <a16:creationId xmlns:a16="http://schemas.microsoft.com/office/drawing/2014/main" id="{9778B11E-866D-314C-BBC2-98B616473B29}"/>
              </a:ext>
            </a:extLst>
          </p:cNvPr>
          <p:cNvSpPr/>
          <p:nvPr userDrawn="1"/>
        </p:nvSpPr>
        <p:spPr>
          <a:xfrm rot="5400000">
            <a:off x="5792058" y="546382"/>
            <a:ext cx="2124949" cy="2124949"/>
          </a:xfrm>
          <a:prstGeom prst="rtTriangle">
            <a:avLst/>
          </a:prstGeom>
          <a:solidFill>
            <a:srgbClr val="CF2030"/>
          </a:solidFill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0068319-38CA-416F-9C63-2CD7C3ECD01F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335910" y="1036061"/>
            <a:ext cx="5033400" cy="4713329"/>
          </a:xfr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95140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079767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6A0CE6-DD4D-4A54-BB74-EAA301F308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0A86A5-11A9-420F-A5E0-3221F4CF36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86523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C0A4F7-B89C-4624-8C53-A901EAA3385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7619" y="1058579"/>
            <a:ext cx="5490797" cy="432558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6ACEA7-0846-429C-BA19-B33ACF12A0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30816" y="1058579"/>
            <a:ext cx="5525964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E1BF993A-EF70-465C-BBD6-E10F4F0DF0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619" y="2403"/>
            <a:ext cx="11169161" cy="10561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7739508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D045EC-518F-4A5B-9F10-F6FEAAD33B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0999" y="1075713"/>
            <a:ext cx="5468572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E8D648-BB84-4A24-8F33-2462403CD3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9004" y="1922143"/>
            <a:ext cx="5468572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66C91A6-CB77-4929-9C80-01DECAA5A75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098231"/>
            <a:ext cx="5525964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F2D644D-1145-4DCC-BBAE-6BEE7AAE65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1922143"/>
            <a:ext cx="5525964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itle Placeholder 1">
            <a:extLst>
              <a:ext uri="{FF2B5EF4-FFF2-40B4-BE49-F238E27FC236}">
                <a16:creationId xmlns:a16="http://schemas.microsoft.com/office/drawing/2014/main" id="{B22D4903-112B-4623-B6AC-0777EBA38F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9004" y="0"/>
            <a:ext cx="11169161" cy="10561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302263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FD586FA4-FBF2-4332-BD92-04788C6B2E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1419" y="0"/>
            <a:ext cx="11169161" cy="10561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9040430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928422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A07686-6B32-40F2-919E-6A8EB10DA4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1936" y="457200"/>
            <a:ext cx="4240090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33C33F-B546-4CFD-8127-11D65F95AE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457201"/>
            <a:ext cx="6476876" cy="5403850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BA53DEC-61C0-4EB7-ADA5-282445E842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31936" y="2057400"/>
            <a:ext cx="4240090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65692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AB93BC-A4EE-4971-96B7-77BDA44C1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7104" y="457200"/>
            <a:ext cx="4204921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F60CEB7-776C-49E4-9FB9-6F88017A7D1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7" y="457201"/>
            <a:ext cx="6492997" cy="54038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E5D677-6E29-4736-9C43-A3EADE65C9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67104" y="2057400"/>
            <a:ext cx="4204921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8065534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346BE4C-CF11-4491-8CBD-AAE59F81515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895563" y="1583578"/>
            <a:ext cx="4559897" cy="174877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7E58A23-A55E-4A3E-AC76-54DCAF7EBC0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521570" y="4441118"/>
            <a:ext cx="4670430" cy="2445757"/>
          </a:xfrm>
          <a:prstGeom prst="rect">
            <a:avLst/>
          </a:prstGeom>
        </p:spPr>
      </p:pic>
      <p:sp>
        <p:nvSpPr>
          <p:cNvPr id="4" name="Subtitle 2">
            <a:extLst>
              <a:ext uri="{FF2B5EF4-FFF2-40B4-BE49-F238E27FC236}">
                <a16:creationId xmlns:a16="http://schemas.microsoft.com/office/drawing/2014/main" id="{CB46FE5D-3742-4427-9C5B-94ED5EE98C0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0" y="3602038"/>
            <a:ext cx="12192000" cy="165576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3600" b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274862095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ACB03896-1836-41B9-A806-B5F36E2DA1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417" y="6449"/>
            <a:ext cx="11169161" cy="10561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9D4A6CE3-C6CD-4F12-A37E-7F5614E328C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64928" y="1062625"/>
            <a:ext cx="11169650" cy="45196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9775124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79070-5776-406C-8382-D7F41968F1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6AA7636-6A95-4962-8FC3-CD9A098895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86719985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53F0AD-3B13-4F44-A3E7-9E4FF959C8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50947" y="1894865"/>
            <a:ext cx="4633165" cy="405363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02796F8-C0C4-47AB-9E5E-220358CF2E1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33849" y="536713"/>
            <a:ext cx="4650263" cy="1182756"/>
          </a:xfrm>
        </p:spPr>
        <p:txBody>
          <a:bodyPr>
            <a:noAutofit/>
          </a:bodyPr>
          <a:lstStyle>
            <a:lvl1pPr marL="0" indent="0">
              <a:buNone/>
              <a:defRPr sz="3200" b="1" baseline="0"/>
            </a:lvl1pPr>
          </a:lstStyle>
          <a:p>
            <a:pPr lvl="0"/>
            <a:r>
              <a:rPr lang="en-US" dirty="0"/>
              <a:t>Click to edit Master Title</a:t>
            </a:r>
          </a:p>
        </p:txBody>
      </p:sp>
      <p:sp>
        <p:nvSpPr>
          <p:cNvPr id="2" name="Right Triangle 1">
            <a:extLst>
              <a:ext uri="{FF2B5EF4-FFF2-40B4-BE49-F238E27FC236}">
                <a16:creationId xmlns:a16="http://schemas.microsoft.com/office/drawing/2014/main" id="{9778B11E-866D-314C-BBC2-98B616473B29}"/>
              </a:ext>
            </a:extLst>
          </p:cNvPr>
          <p:cNvSpPr/>
          <p:nvPr userDrawn="1"/>
        </p:nvSpPr>
        <p:spPr>
          <a:xfrm rot="5400000">
            <a:off x="5888749" y="656994"/>
            <a:ext cx="2124949" cy="2124949"/>
          </a:xfrm>
          <a:prstGeom prst="rtTriangle">
            <a:avLst/>
          </a:prstGeom>
          <a:solidFill>
            <a:srgbClr val="CF2030"/>
          </a:solidFill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0068319-38CA-416F-9C63-2CD7C3ECD01F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335910" y="1036061"/>
            <a:ext cx="5033400" cy="4713329"/>
          </a:xfr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29507224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502742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DCAA939-0FF4-4CB2-997A-32C484386D9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011182" y="2079171"/>
            <a:ext cx="9180818" cy="4807705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B5913E43-253A-4125-B6B5-4CEF7FFE11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3509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498096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6A0CE6-DD4D-4A54-BB74-EAA301F308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0A86A5-11A9-420F-A5E0-3221F4CF36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7316896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C0A4F7-B89C-4624-8C53-A901EAA3385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7619" y="1058579"/>
            <a:ext cx="5490797" cy="432558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6ACEA7-0846-429C-BA19-B33ACF12A0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30816" y="1058579"/>
            <a:ext cx="5525964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E1BF993A-EF70-465C-BBD6-E10F4F0DF0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619" y="2403"/>
            <a:ext cx="11169161" cy="10561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919417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D045EC-518F-4A5B-9F10-F6FEAAD33B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0999" y="1075713"/>
            <a:ext cx="5468572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E8D648-BB84-4A24-8F33-2462403CD3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9004" y="1922143"/>
            <a:ext cx="5468572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66C91A6-CB77-4929-9C80-01DECAA5A75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098231"/>
            <a:ext cx="5525964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F2D644D-1145-4DCC-BBAE-6BEE7AAE65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1922143"/>
            <a:ext cx="5525964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itle Placeholder 1">
            <a:extLst>
              <a:ext uri="{FF2B5EF4-FFF2-40B4-BE49-F238E27FC236}">
                <a16:creationId xmlns:a16="http://schemas.microsoft.com/office/drawing/2014/main" id="{B22D4903-112B-4623-B6AC-0777EBA38F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9004" y="0"/>
            <a:ext cx="11169161" cy="10561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57028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FD586FA4-FBF2-4332-BD92-04788C6B2E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1419" y="0"/>
            <a:ext cx="11169161" cy="10561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82289192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A07686-6B32-40F2-919E-6A8EB10DA4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1936" y="457200"/>
            <a:ext cx="4240090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33C33F-B546-4CFD-8127-11D65F95AE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457201"/>
            <a:ext cx="6476876" cy="5403850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BA53DEC-61C0-4EB7-ADA5-282445E842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31936" y="2057400"/>
            <a:ext cx="4240090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897174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AB93BC-A4EE-4971-96B7-77BDA44C1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7104" y="457200"/>
            <a:ext cx="4204921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F60CEB7-776C-49E4-9FB9-6F88017A7D1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7" y="457201"/>
            <a:ext cx="6492997" cy="54038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E5D677-6E29-4736-9C43-A3EADE65C9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67104" y="2057400"/>
            <a:ext cx="4204921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459429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pproved BNI Colo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892FAFB-F83D-414B-BD74-01761523107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73022" y="180295"/>
            <a:ext cx="8040218" cy="589892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41B0871-CEA7-46DD-9295-03BD20968DF0}"/>
              </a:ext>
            </a:extLst>
          </p:cNvPr>
          <p:cNvSpPr txBox="1"/>
          <p:nvPr userDrawn="1"/>
        </p:nvSpPr>
        <p:spPr>
          <a:xfrm>
            <a:off x="9608423" y="1335348"/>
            <a:ext cx="1082348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800" b="1" dirty="0"/>
              <a:t>Do Not </a:t>
            </a:r>
          </a:p>
          <a:p>
            <a:pPr algn="ctr"/>
            <a:r>
              <a:rPr lang="en-US" sz="1200" b="1" dirty="0"/>
              <a:t>Use Other </a:t>
            </a:r>
          </a:p>
          <a:p>
            <a:pPr algn="ctr"/>
            <a:r>
              <a:rPr lang="en-US" sz="1200" b="1" dirty="0"/>
              <a:t>Hues of Red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8F96E87-288D-4E18-A7F4-14D5E33EA9F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638509" y="2179337"/>
            <a:ext cx="1022176" cy="373787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9D0FA09-E4C1-4D59-B18D-D09636FDA63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4827" t="35301" r="34948" b="37973"/>
          <a:stretch/>
        </p:blipFill>
        <p:spPr>
          <a:xfrm>
            <a:off x="9309718" y="2787508"/>
            <a:ext cx="1679758" cy="2735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798182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53F0AD-3B13-4F44-A3E7-9E4FF959C877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650947" y="1323704"/>
            <a:ext cx="4633165" cy="45284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 err="1"/>
              <a:t>Nombre</a:t>
            </a:r>
            <a:r>
              <a:rPr lang="en-US" dirty="0"/>
              <a:t> </a:t>
            </a:r>
            <a:r>
              <a:rPr lang="en-US" dirty="0" err="1"/>
              <a:t>Apellidos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02796F8-C0C4-47AB-9E5E-220358CF2E1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33849" y="536713"/>
            <a:ext cx="10326156" cy="560567"/>
          </a:xfrm>
        </p:spPr>
        <p:txBody>
          <a:bodyPr>
            <a:noAutofit/>
          </a:bodyPr>
          <a:lstStyle>
            <a:lvl1pPr marL="0" indent="0">
              <a:buNone/>
              <a:defRPr sz="3200" b="1" baseline="0"/>
            </a:lvl1pPr>
          </a:lstStyle>
          <a:p>
            <a:pPr lvl="0"/>
            <a:r>
              <a:rPr lang="en-US" dirty="0" err="1"/>
              <a:t>Titulo</a:t>
            </a:r>
            <a:endParaRPr lang="en-US" dirty="0"/>
          </a:p>
        </p:txBody>
      </p:sp>
      <p:sp>
        <p:nvSpPr>
          <p:cNvPr id="2" name="Right Triangle 1">
            <a:extLst>
              <a:ext uri="{FF2B5EF4-FFF2-40B4-BE49-F238E27FC236}">
                <a16:creationId xmlns:a16="http://schemas.microsoft.com/office/drawing/2014/main" id="{9778B11E-866D-314C-BBC2-98B616473B29}"/>
              </a:ext>
            </a:extLst>
          </p:cNvPr>
          <p:cNvSpPr/>
          <p:nvPr userDrawn="1"/>
        </p:nvSpPr>
        <p:spPr>
          <a:xfrm rot="5400000">
            <a:off x="6825422" y="1584962"/>
            <a:ext cx="1606286" cy="1606286"/>
          </a:xfrm>
          <a:prstGeom prst="rtTriangle">
            <a:avLst/>
          </a:prstGeom>
          <a:solidFill>
            <a:srgbClr val="CF2030"/>
          </a:solidFill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0068319-38CA-416F-9C63-2CD7C3ECD01F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7155170" y="1864287"/>
            <a:ext cx="3804835" cy="3562888"/>
          </a:xfr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Imagen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DC9C5CE5-683B-4EC1-8CB0-14653E337B8B}"/>
              </a:ext>
            </a:extLst>
          </p:cNvPr>
          <p:cNvSpPr>
            <a:spLocks noGrp="1"/>
          </p:cNvSpPr>
          <p:nvPr>
            <p:ph type="body" sz="half" idx="13" hasCustomPrompt="1"/>
          </p:nvPr>
        </p:nvSpPr>
        <p:spPr>
          <a:xfrm>
            <a:off x="633849" y="1820095"/>
            <a:ext cx="4633165" cy="33092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 err="1"/>
              <a:t>Actividad</a:t>
            </a:r>
            <a:endParaRPr lang="en-US" dirty="0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B16FCD82-5585-43FA-B075-31F33C9E9094}"/>
              </a:ext>
            </a:extLst>
          </p:cNvPr>
          <p:cNvSpPr>
            <a:spLocks noGrp="1"/>
          </p:cNvSpPr>
          <p:nvPr>
            <p:ph type="body" sz="half" idx="14" hasCustomPrompt="1"/>
          </p:nvPr>
        </p:nvSpPr>
        <p:spPr>
          <a:xfrm>
            <a:off x="633849" y="2222644"/>
            <a:ext cx="4633165" cy="33092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 err="1"/>
              <a:t>Invitado</a:t>
            </a:r>
            <a:r>
              <a:rPr lang="en-US" dirty="0"/>
              <a:t> por: </a:t>
            </a:r>
            <a:r>
              <a:rPr lang="en-US" dirty="0" err="1"/>
              <a:t>Nombre</a:t>
            </a:r>
            <a:r>
              <a:rPr lang="en-US" dirty="0"/>
              <a:t> </a:t>
            </a:r>
            <a:r>
              <a:rPr lang="en-US" dirty="0" err="1"/>
              <a:t>Apellido</a:t>
            </a:r>
            <a:endParaRPr lang="en-US" dirty="0"/>
          </a:p>
        </p:txBody>
      </p: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96A55E90-62A3-4CEC-B562-E3309F149789}"/>
              </a:ext>
            </a:extLst>
          </p:cNvPr>
          <p:cNvCxnSpPr/>
          <p:nvPr userDrawn="1"/>
        </p:nvCxnSpPr>
        <p:spPr>
          <a:xfrm>
            <a:off x="633849" y="2743200"/>
            <a:ext cx="4650263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02EF4FAA-F8A0-40C5-A78F-C4F24C147573}"/>
              </a:ext>
            </a:extLst>
          </p:cNvPr>
          <p:cNvCxnSpPr/>
          <p:nvPr userDrawn="1"/>
        </p:nvCxnSpPr>
        <p:spPr>
          <a:xfrm>
            <a:off x="625299" y="1188720"/>
            <a:ext cx="4650263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CD612469-0EA4-4DC7-A346-AF1AC892B9DF}"/>
              </a:ext>
            </a:extLst>
          </p:cNvPr>
          <p:cNvSpPr>
            <a:spLocks noGrp="1"/>
          </p:cNvSpPr>
          <p:nvPr>
            <p:ph type="body" sz="half" idx="15" hasCustomPrompt="1"/>
          </p:nvPr>
        </p:nvSpPr>
        <p:spPr>
          <a:xfrm>
            <a:off x="625299" y="2932835"/>
            <a:ext cx="4633165" cy="45284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 err="1"/>
              <a:t>Nombre</a:t>
            </a:r>
            <a:r>
              <a:rPr lang="en-US" dirty="0"/>
              <a:t> </a:t>
            </a:r>
            <a:r>
              <a:rPr lang="en-US" dirty="0" err="1"/>
              <a:t>Apellidos</a:t>
            </a:r>
            <a:endParaRPr lang="en-US" dirty="0"/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30F7A58C-101E-4429-A7A1-25E03C0DE4A0}"/>
              </a:ext>
            </a:extLst>
          </p:cNvPr>
          <p:cNvSpPr>
            <a:spLocks noGrp="1"/>
          </p:cNvSpPr>
          <p:nvPr>
            <p:ph type="body" sz="half" idx="16" hasCustomPrompt="1"/>
          </p:nvPr>
        </p:nvSpPr>
        <p:spPr>
          <a:xfrm>
            <a:off x="608201" y="3429226"/>
            <a:ext cx="4633165" cy="33092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 err="1"/>
              <a:t>Actividad</a:t>
            </a:r>
            <a:endParaRPr lang="en-US" dirty="0"/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10612DA3-A341-4DCB-88A8-85CA01303A81}"/>
              </a:ext>
            </a:extLst>
          </p:cNvPr>
          <p:cNvSpPr>
            <a:spLocks noGrp="1"/>
          </p:cNvSpPr>
          <p:nvPr>
            <p:ph type="body" sz="half" idx="17" hasCustomPrompt="1"/>
          </p:nvPr>
        </p:nvSpPr>
        <p:spPr>
          <a:xfrm>
            <a:off x="608201" y="3831775"/>
            <a:ext cx="4633165" cy="33092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 err="1"/>
              <a:t>Invitado</a:t>
            </a:r>
            <a:r>
              <a:rPr lang="en-US" dirty="0"/>
              <a:t> por: </a:t>
            </a:r>
            <a:r>
              <a:rPr lang="en-US" dirty="0" err="1"/>
              <a:t>Nombre</a:t>
            </a:r>
            <a:r>
              <a:rPr lang="en-US" dirty="0"/>
              <a:t> </a:t>
            </a:r>
            <a:r>
              <a:rPr lang="en-US" dirty="0" err="1"/>
              <a:t>Apellido</a:t>
            </a:r>
            <a:endParaRPr lang="en-US" dirty="0"/>
          </a:p>
        </p:txBody>
      </p:sp>
      <p:cxnSp>
        <p:nvCxnSpPr>
          <p:cNvPr id="15" name="Conector recto 14">
            <a:extLst>
              <a:ext uri="{FF2B5EF4-FFF2-40B4-BE49-F238E27FC236}">
                <a16:creationId xmlns:a16="http://schemas.microsoft.com/office/drawing/2014/main" id="{B930C66E-DA9A-4676-8A9E-3CAD18E33AF9}"/>
              </a:ext>
            </a:extLst>
          </p:cNvPr>
          <p:cNvCxnSpPr/>
          <p:nvPr userDrawn="1"/>
        </p:nvCxnSpPr>
        <p:spPr>
          <a:xfrm>
            <a:off x="608201" y="4352331"/>
            <a:ext cx="4650263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9D3ECBCB-3553-4B08-BAFA-74D7D7E91BC2}"/>
              </a:ext>
            </a:extLst>
          </p:cNvPr>
          <p:cNvSpPr>
            <a:spLocks noGrp="1"/>
          </p:cNvSpPr>
          <p:nvPr>
            <p:ph type="body" sz="half" idx="18" hasCustomPrompt="1"/>
          </p:nvPr>
        </p:nvSpPr>
        <p:spPr>
          <a:xfrm>
            <a:off x="608201" y="4567648"/>
            <a:ext cx="4633165" cy="45284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 err="1"/>
              <a:t>Nombre</a:t>
            </a:r>
            <a:r>
              <a:rPr lang="en-US" dirty="0"/>
              <a:t> </a:t>
            </a:r>
            <a:r>
              <a:rPr lang="en-US" dirty="0" err="1"/>
              <a:t>Apellidos</a:t>
            </a:r>
            <a:endParaRPr lang="en-US" dirty="0"/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13F8E118-CDCC-4BA0-BA4E-ED2F2E46FF64}"/>
              </a:ext>
            </a:extLst>
          </p:cNvPr>
          <p:cNvSpPr>
            <a:spLocks noGrp="1"/>
          </p:cNvSpPr>
          <p:nvPr>
            <p:ph type="body" sz="half" idx="19" hasCustomPrompt="1"/>
          </p:nvPr>
        </p:nvSpPr>
        <p:spPr>
          <a:xfrm>
            <a:off x="591103" y="5064039"/>
            <a:ext cx="4633165" cy="33092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 err="1"/>
              <a:t>Actividad</a:t>
            </a:r>
            <a:endParaRPr lang="en-US" dirty="0"/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9FD58088-C231-4D57-96CA-874C754C3FA6}"/>
              </a:ext>
            </a:extLst>
          </p:cNvPr>
          <p:cNvSpPr>
            <a:spLocks noGrp="1"/>
          </p:cNvSpPr>
          <p:nvPr>
            <p:ph type="body" sz="half" idx="20" hasCustomPrompt="1"/>
          </p:nvPr>
        </p:nvSpPr>
        <p:spPr>
          <a:xfrm>
            <a:off x="591103" y="5466588"/>
            <a:ext cx="4633165" cy="33092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 err="1"/>
              <a:t>Invitado</a:t>
            </a:r>
            <a:r>
              <a:rPr lang="en-US" dirty="0"/>
              <a:t> por: </a:t>
            </a:r>
            <a:r>
              <a:rPr lang="en-US" dirty="0" err="1"/>
              <a:t>Nombre</a:t>
            </a:r>
            <a:r>
              <a:rPr lang="en-US" dirty="0"/>
              <a:t> </a:t>
            </a:r>
            <a:r>
              <a:rPr lang="en-US" dirty="0" err="1"/>
              <a:t>Apellido</a:t>
            </a:r>
            <a:endParaRPr lang="en-US" dirty="0"/>
          </a:p>
        </p:txBody>
      </p:sp>
      <p:cxnSp>
        <p:nvCxnSpPr>
          <p:cNvPr id="19" name="Conector recto 18">
            <a:extLst>
              <a:ext uri="{FF2B5EF4-FFF2-40B4-BE49-F238E27FC236}">
                <a16:creationId xmlns:a16="http://schemas.microsoft.com/office/drawing/2014/main" id="{F0F3BA02-3DEB-49CA-A955-3C8E9DD3BD74}"/>
              </a:ext>
            </a:extLst>
          </p:cNvPr>
          <p:cNvCxnSpPr/>
          <p:nvPr userDrawn="1"/>
        </p:nvCxnSpPr>
        <p:spPr>
          <a:xfrm>
            <a:off x="591103" y="5987144"/>
            <a:ext cx="4650263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313544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5000"/>
    </mc:Choice>
    <mc:Fallback xmlns="">
      <p:transition spd="slow"/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9957236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79070-5776-406C-8382-D7F41968F1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6AA7636-6A95-4962-8FC3-CD9A098895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99856689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ACB03896-1836-41B9-A806-B5F36E2DA1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417" y="6449"/>
            <a:ext cx="11169161" cy="10561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9D4A6CE3-C6CD-4F12-A37E-7F5614E328C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64928" y="1062625"/>
            <a:ext cx="11169650" cy="45196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2953036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A21AF251-A9D8-453B-B07A-09D98E21F3B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792058" y="546382"/>
            <a:ext cx="2316256" cy="2316256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53F0AD-3B13-4F44-A3E7-9E4FF959C8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1815353"/>
            <a:ext cx="4633165" cy="405363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02796F8-C0C4-47AB-9E5E-220358CF2E1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0358" y="457201"/>
            <a:ext cx="5041929" cy="323850"/>
          </a:xfrm>
        </p:spPr>
        <p:txBody>
          <a:bodyPr>
            <a:noAutofit/>
          </a:bodyPr>
          <a:lstStyle>
            <a:lvl1pPr marL="0" indent="0">
              <a:buNone/>
              <a:defRPr sz="4000" b="1"/>
            </a:lvl1pPr>
          </a:lstStyle>
          <a:p>
            <a:pPr lvl="0"/>
            <a:r>
              <a:rPr lang="en-US" dirty="0"/>
              <a:t>Click to edit Master Title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0068319-38CA-416F-9C63-2CD7C3ECD01F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335910" y="1036061"/>
            <a:ext cx="5033400" cy="4713329"/>
          </a:xfr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929217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7879203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6A0CE6-DD4D-4A54-BB74-EAA301F308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0A86A5-11A9-420F-A5E0-3221F4CF36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6095025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C0A4F7-B89C-4624-8C53-A901EAA3385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7619" y="1058579"/>
            <a:ext cx="5490797" cy="432558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6ACEA7-0846-429C-BA19-B33ACF12A0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30816" y="1058579"/>
            <a:ext cx="5525964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E1BF993A-EF70-465C-BBD6-E10F4F0DF0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619" y="2403"/>
            <a:ext cx="11169161" cy="10561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71774587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D045EC-518F-4A5B-9F10-F6FEAAD33B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0999" y="1075713"/>
            <a:ext cx="5468572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E8D648-BB84-4A24-8F33-2462403CD3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9004" y="1922143"/>
            <a:ext cx="5468572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66C91A6-CB77-4929-9C80-01DECAA5A75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098231"/>
            <a:ext cx="5525964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F2D644D-1145-4DCC-BBAE-6BEE7AAE65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1922143"/>
            <a:ext cx="5525964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itle Placeholder 1">
            <a:extLst>
              <a:ext uri="{FF2B5EF4-FFF2-40B4-BE49-F238E27FC236}">
                <a16:creationId xmlns:a16="http://schemas.microsoft.com/office/drawing/2014/main" id="{B22D4903-112B-4623-B6AC-0777EBA38F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9004" y="0"/>
            <a:ext cx="11169161" cy="10561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08816264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FD586FA4-FBF2-4332-BD92-04788C6B2E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1419" y="0"/>
            <a:ext cx="11169161" cy="10561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063011729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74517464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A07686-6B32-40F2-919E-6A8EB10DA4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1936" y="457200"/>
            <a:ext cx="4240090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33C33F-B546-4CFD-8127-11D65F95AE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457201"/>
            <a:ext cx="6476876" cy="5403850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BA53DEC-61C0-4EB7-ADA5-282445E842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31936" y="2057400"/>
            <a:ext cx="4240090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1579909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AB93BC-A4EE-4971-96B7-77BDA44C1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7104" y="457200"/>
            <a:ext cx="4204921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F60CEB7-776C-49E4-9FB9-6F88017A7D1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7" y="457201"/>
            <a:ext cx="6492997" cy="54038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E5D677-6E29-4736-9C43-A3EADE65C9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67104" y="2057400"/>
            <a:ext cx="4204921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059860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image" Target="../media/image3.png"/><Relationship Id="rId2" Type="http://schemas.openxmlformats.org/officeDocument/2006/relationships/slideLayout" Target="../slideLayouts/slideLayout13.xml"/><Relationship Id="rId16" Type="http://schemas.openxmlformats.org/officeDocument/2006/relationships/theme" Target="../theme/theme2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4.xml"/><Relationship Id="rId13" Type="http://schemas.openxmlformats.org/officeDocument/2006/relationships/image" Target="../media/image3.png"/><Relationship Id="rId3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3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27.xml"/><Relationship Id="rId6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5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CDA02FF0-C809-8646-916E-1F5576177580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168097" y="5813346"/>
            <a:ext cx="2033474" cy="1064866"/>
          </a:xfrm>
          <a:prstGeom prst="rect">
            <a:avLst/>
          </a:prstGeom>
        </p:spPr>
      </p:pic>
      <p:sp>
        <p:nvSpPr>
          <p:cNvPr id="11" name="Title Placeholder 1">
            <a:extLst>
              <a:ext uri="{FF2B5EF4-FFF2-40B4-BE49-F238E27FC236}">
                <a16:creationId xmlns:a16="http://schemas.microsoft.com/office/drawing/2014/main" id="{C51039D2-5428-4F9C-983B-E871C7CFC0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785" y="0"/>
            <a:ext cx="11169161" cy="10561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82E9E18-8709-465F-B920-AAE11B6304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5417" y="1062790"/>
            <a:ext cx="11169161" cy="45280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3" name="Picture 2" descr="A close up of a sign&#10;&#10;Description automatically generated">
            <a:extLst>
              <a:ext uri="{FF2B5EF4-FFF2-40B4-BE49-F238E27FC236}">
                <a16:creationId xmlns:a16="http://schemas.microsoft.com/office/drawing/2014/main" id="{C7600220-594C-1C45-8392-17C39B7150D8}"/>
              </a:ext>
            </a:extLst>
          </p:cNvPr>
          <p:cNvPicPr>
            <a:picLocks noChangeAspect="1"/>
          </p:cNvPicPr>
          <p:nvPr userDrawn="1"/>
        </p:nvPicPr>
        <p:blipFill>
          <a:blip r:embed="rId1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60963" y="6200421"/>
            <a:ext cx="798042" cy="543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2404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64" r:id="rId3"/>
    <p:sldLayoutId id="214748366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A1E366C2-445C-8C4D-8274-4B1C66A25E12}"/>
              </a:ext>
            </a:extLst>
          </p:cNvPr>
          <p:cNvPicPr>
            <a:picLocks noChangeAspect="1"/>
          </p:cNvPicPr>
          <p:nvPr userDrawn="1"/>
        </p:nvPicPr>
        <p:blipFill>
          <a:blip r:embed="rId1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60963" y="6351103"/>
            <a:ext cx="976497" cy="37449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DA02FF0-C809-8646-916E-1F5576177580}"/>
              </a:ext>
            </a:extLst>
          </p:cNvPr>
          <p:cNvPicPr>
            <a:picLocks noChangeAspect="1"/>
          </p:cNvPicPr>
          <p:nvPr userDrawn="1"/>
        </p:nvPicPr>
        <p:blipFill>
          <a:blip r:embed="rId1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168097" y="5813346"/>
            <a:ext cx="2033474" cy="1064866"/>
          </a:xfrm>
          <a:prstGeom prst="rect">
            <a:avLst/>
          </a:prstGeom>
        </p:spPr>
      </p:pic>
      <p:sp>
        <p:nvSpPr>
          <p:cNvPr id="11" name="Title Placeholder 1">
            <a:extLst>
              <a:ext uri="{FF2B5EF4-FFF2-40B4-BE49-F238E27FC236}">
                <a16:creationId xmlns:a16="http://schemas.microsoft.com/office/drawing/2014/main" id="{C51039D2-5428-4F9C-983B-E871C7CFC0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785" y="0"/>
            <a:ext cx="11169161" cy="10561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82E9E18-8709-465F-B920-AAE11B6304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5417" y="1062790"/>
            <a:ext cx="11169161" cy="45280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952263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  <p:sldLayoutId id="2147483669" r:id="rId4"/>
    <p:sldLayoutId id="2147483670" r:id="rId5"/>
    <p:sldLayoutId id="2147483671" r:id="rId6"/>
    <p:sldLayoutId id="2147483672" r:id="rId7"/>
    <p:sldLayoutId id="2147483673" r:id="rId8"/>
    <p:sldLayoutId id="2147483674" r:id="rId9"/>
    <p:sldLayoutId id="2147483675" r:id="rId10"/>
    <p:sldLayoutId id="2147483676" r:id="rId11"/>
    <p:sldLayoutId id="2147483677" r:id="rId12"/>
    <p:sldLayoutId id="2147483678" r:id="rId13"/>
    <p:sldLayoutId id="2147483699" r:id="rId14"/>
    <p:sldLayoutId id="2147483716" r:id="rId15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rgbClr val="000000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000000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000000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000000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000000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000000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A1E366C2-445C-8C4D-8274-4B1C66A25E12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60963" y="6351103"/>
            <a:ext cx="976497" cy="37449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DA02FF0-C809-8646-916E-1F5576177580}"/>
              </a:ext>
            </a:extLst>
          </p:cNvPr>
          <p:cNvPicPr>
            <a:picLocks noChangeAspect="1"/>
          </p:cNvPicPr>
          <p:nvPr userDrawn="1"/>
        </p:nvPicPr>
        <p:blipFill>
          <a:blip r:embed="rId1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168097" y="5813346"/>
            <a:ext cx="2033474" cy="1064866"/>
          </a:xfrm>
          <a:prstGeom prst="rect">
            <a:avLst/>
          </a:prstGeom>
        </p:spPr>
      </p:pic>
      <p:sp>
        <p:nvSpPr>
          <p:cNvPr id="11" name="Title Placeholder 1">
            <a:extLst>
              <a:ext uri="{FF2B5EF4-FFF2-40B4-BE49-F238E27FC236}">
                <a16:creationId xmlns:a16="http://schemas.microsoft.com/office/drawing/2014/main" id="{C51039D2-5428-4F9C-983B-E871C7CFC0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785" y="0"/>
            <a:ext cx="11169161" cy="10561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クリックするとマスタータイトルのスタイルを編集できます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82E9E18-8709-465F-B920-AAE11B6304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5417" y="1062790"/>
            <a:ext cx="11169161" cy="45280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クリックするとマスターのテキストスタイルを編集できます</a:t>
            </a:r>
          </a:p>
          <a:p>
            <a:pPr lvl="1"/>
            <a:r>
              <a:rPr lang="en-US" dirty="0"/>
              <a:t>第2階層</a:t>
            </a:r>
          </a:p>
          <a:p>
            <a:pPr lvl="2"/>
            <a:r>
              <a:rPr lang="en-US" dirty="0"/>
              <a:t>第3階層</a:t>
            </a:r>
          </a:p>
          <a:p>
            <a:pPr lvl="3"/>
            <a:r>
              <a:rPr lang="en-US" dirty="0"/>
              <a:t>第4階層</a:t>
            </a:r>
          </a:p>
          <a:p>
            <a:pPr lvl="4"/>
            <a:r>
              <a:rPr lang="en-US" dirty="0"/>
              <a:t>フィフスレベル</a:t>
            </a:r>
          </a:p>
        </p:txBody>
      </p:sp>
    </p:spTree>
    <p:extLst>
      <p:ext uri="{BB962C8B-B14F-4D97-AF65-F5344CB8AC3E}">
        <p14:creationId xmlns:p14="http://schemas.microsoft.com/office/powerpoint/2010/main" val="42173780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9" r:id="rId1"/>
    <p:sldLayoutId id="2147483720" r:id="rId2"/>
    <p:sldLayoutId id="2147483721" r:id="rId3"/>
    <p:sldLayoutId id="2147483722" r:id="rId4"/>
    <p:sldLayoutId id="2147483723" r:id="rId5"/>
    <p:sldLayoutId id="2147483724" r:id="rId6"/>
    <p:sldLayoutId id="2147483725" r:id="rId7"/>
    <p:sldLayoutId id="2147483726" r:id="rId8"/>
    <p:sldLayoutId id="2147483727" r:id="rId9"/>
    <p:sldLayoutId id="2147483728" r:id="rId10"/>
    <p:sldLayoutId id="2147483729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6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12.jpeg"/><Relationship Id="rId5" Type="http://schemas.openxmlformats.org/officeDocument/2006/relationships/image" Target="../media/image11.png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6C12D4-39B4-2EB4-E704-716F520A0E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235CB765-A6F0-FE4C-15E6-F4FD357A2B4C}"/>
              </a:ext>
            </a:extLst>
          </p:cNvPr>
          <p:cNvSpPr txBox="1">
            <a:spLocks/>
          </p:cNvSpPr>
          <p:nvPr/>
        </p:nvSpPr>
        <p:spPr>
          <a:xfrm>
            <a:off x="511419" y="471281"/>
            <a:ext cx="11169161" cy="1056176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rgbClr val="000000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dirty="0" err="1">
                <a:latin typeface="Meiryo UI" panose="020B0604030504040204" pitchFamily="34" charset="-128"/>
                <a:ea typeface="Meiryo UI" panose="020B0604030504040204" pitchFamily="34" charset="-128"/>
              </a:rPr>
              <a:t>歓迎 本日のゲスト</a:t>
            </a:r>
          </a:p>
        </p:txBody>
      </p:sp>
      <p:pic>
        <p:nvPicPr>
          <p:cNvPr id="27" name="building relationships - vid" descr="building relationships">
            <a:hlinkClick r:id="" action="ppaction://media"/>
            <a:extLst>
              <a:ext uri="{FF2B5EF4-FFF2-40B4-BE49-F238E27FC236}">
                <a16:creationId xmlns:a16="http://schemas.microsoft.com/office/drawing/2014/main" id="{58B234FE-10F3-56D1-FD42-9CAE16EF2FC5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112000" y="0"/>
            <a:ext cx="1080000" cy="1080000"/>
          </a:xfrm>
          <a:prstGeom prst="rect">
            <a:avLst/>
          </a:prstGeom>
        </p:spPr>
      </p:pic>
      <p:pic>
        <p:nvPicPr>
          <p:cNvPr id="13" name="Marcador de posición de imagen 12" descr="Imagen que contiene hombre, persona, interior, viendo&#10;&#10;Descripción generada automáticamente">
            <a:extLst>
              <a:ext uri="{FF2B5EF4-FFF2-40B4-BE49-F238E27FC236}">
                <a16:creationId xmlns:a16="http://schemas.microsoft.com/office/drawing/2014/main" id="{730065CD-D7F4-F253-0B8E-85E6C11A3E9A}"/>
              </a:ext>
            </a:extLst>
          </p:cNvPr>
          <p:cNvPicPr>
            <a:picLocks noGrp="1" noChangeAspect="1"/>
          </p:cNvPicPr>
          <p:nvPr>
            <p:ph type="pic" sz="quarter" idx="4294967295"/>
          </p:nvPr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875343" y="1768723"/>
            <a:ext cx="3805237" cy="3563938"/>
          </a:xfrm>
        </p:spPr>
      </p:pic>
      <p:grpSp>
        <p:nvGrpSpPr>
          <p:cNvPr id="16" name="グループ化 15">
            <a:extLst>
              <a:ext uri="{FF2B5EF4-FFF2-40B4-BE49-F238E27FC236}">
                <a16:creationId xmlns:a16="http://schemas.microsoft.com/office/drawing/2014/main" id="{65CF416D-4DDB-F478-D3AD-312FB9451E94}"/>
              </a:ext>
            </a:extLst>
          </p:cNvPr>
          <p:cNvGrpSpPr/>
          <p:nvPr/>
        </p:nvGrpSpPr>
        <p:grpSpPr>
          <a:xfrm>
            <a:off x="628335" y="1781423"/>
            <a:ext cx="6948122" cy="2299040"/>
            <a:chOff x="628335" y="1781423"/>
            <a:chExt cx="7247008" cy="2299040"/>
          </a:xfrm>
        </p:grpSpPr>
        <p:cxnSp>
          <p:nvCxnSpPr>
            <p:cNvPr id="7" name="直線コネクタ 6">
              <a:extLst>
                <a:ext uri="{FF2B5EF4-FFF2-40B4-BE49-F238E27FC236}">
                  <a16:creationId xmlns:a16="http://schemas.microsoft.com/office/drawing/2014/main" id="{9277B349-31BD-77FF-8DAD-49C45DCF5825}"/>
                </a:ext>
              </a:extLst>
            </p:cNvPr>
            <p:cNvCxnSpPr/>
            <p:nvPr/>
          </p:nvCxnSpPr>
          <p:spPr>
            <a:xfrm>
              <a:off x="628335" y="1781423"/>
              <a:ext cx="7247008" cy="0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" name="直線コネクタ 8">
              <a:extLst>
                <a:ext uri="{FF2B5EF4-FFF2-40B4-BE49-F238E27FC236}">
                  <a16:creationId xmlns:a16="http://schemas.microsoft.com/office/drawing/2014/main" id="{406F831B-A767-6348-516A-8CF0EB316D27}"/>
                </a:ext>
              </a:extLst>
            </p:cNvPr>
            <p:cNvCxnSpPr/>
            <p:nvPr/>
          </p:nvCxnSpPr>
          <p:spPr>
            <a:xfrm>
              <a:off x="628335" y="2926577"/>
              <a:ext cx="7247008" cy="0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" name="直線コネクタ 13">
              <a:extLst>
                <a:ext uri="{FF2B5EF4-FFF2-40B4-BE49-F238E27FC236}">
                  <a16:creationId xmlns:a16="http://schemas.microsoft.com/office/drawing/2014/main" id="{3B7CA1D6-F118-19BB-BD3E-78C3CE6DD989}"/>
                </a:ext>
              </a:extLst>
            </p:cNvPr>
            <p:cNvCxnSpPr/>
            <p:nvPr/>
          </p:nvCxnSpPr>
          <p:spPr>
            <a:xfrm>
              <a:off x="628335" y="4080463"/>
              <a:ext cx="7247008" cy="0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BF63057D-4DF7-06EA-9E8E-161DF9F19423}"/>
              </a:ext>
            </a:extLst>
          </p:cNvPr>
          <p:cNvSpPr/>
          <p:nvPr/>
        </p:nvSpPr>
        <p:spPr>
          <a:xfrm>
            <a:off x="628335" y="1781423"/>
            <a:ext cx="902811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ja-JP" altLang="en-US" sz="2800" b="1" cap="none" spc="0" dirty="0">
                <a:ln w="0"/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氏名</a:t>
            </a:r>
            <a:endParaRPr lang="ja-JP" altLang="en-US" sz="4400" b="1" cap="none" spc="0" dirty="0">
              <a:ln w="0"/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F6222536-5967-AF17-86CD-06AE51831D01}"/>
              </a:ext>
            </a:extLst>
          </p:cNvPr>
          <p:cNvSpPr/>
          <p:nvPr/>
        </p:nvSpPr>
        <p:spPr>
          <a:xfrm>
            <a:off x="628335" y="2276381"/>
            <a:ext cx="1005403" cy="61555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ja-JP" altLang="en-US" sz="1600" dirty="0">
                <a:ln w="0"/>
                <a:latin typeface="Meiryo UI" panose="020B0604030504040204" pitchFamily="50" charset="-128"/>
                <a:ea typeface="Meiryo UI" panose="020B0604030504040204" pitchFamily="50" charset="-128"/>
              </a:rPr>
              <a:t>専門分野</a:t>
            </a:r>
            <a:endParaRPr lang="en-US" altLang="ja-JP" sz="1600" dirty="0">
              <a:ln w="0"/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endParaRPr lang="en-US" altLang="ja-JP" sz="200" dirty="0">
              <a:ln w="0"/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lang="ja-JP" altLang="en-US" sz="1600" cap="none" spc="0" dirty="0">
                <a:ln w="0"/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招待者</a:t>
            </a:r>
            <a:endParaRPr lang="ja-JP" altLang="en-US" sz="2800" cap="none" spc="0" dirty="0">
              <a:ln w="0"/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7334AA5F-A7B0-AC45-248D-C7294B567530}"/>
              </a:ext>
            </a:extLst>
          </p:cNvPr>
          <p:cNvSpPr/>
          <p:nvPr/>
        </p:nvSpPr>
        <p:spPr>
          <a:xfrm>
            <a:off x="2040137" y="2276380"/>
            <a:ext cx="5536319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ja-JP" altLang="en-US" sz="1600" dirty="0">
                <a:ln w="0"/>
                <a:latin typeface="Meiryo UI" panose="020B0604030504040204" pitchFamily="50" charset="-128"/>
                <a:ea typeface="Meiryo UI" panose="020B0604030504040204" pitchFamily="50" charset="-128"/>
              </a:rPr>
              <a:t>デザイン印刷</a:t>
            </a:r>
            <a:endParaRPr lang="en-US" altLang="ja-JP" sz="1600" dirty="0">
              <a:ln w="0"/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8D6420BD-F52E-0172-A28B-F1479EF3BA6B}"/>
              </a:ext>
            </a:extLst>
          </p:cNvPr>
          <p:cNvSpPr/>
          <p:nvPr/>
        </p:nvSpPr>
        <p:spPr>
          <a:xfrm>
            <a:off x="2040136" y="2553380"/>
            <a:ext cx="5536319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ja-JP" altLang="en-US" sz="1600" dirty="0">
                <a:ln w="0"/>
                <a:latin typeface="Meiryo UI" panose="020B0604030504040204" pitchFamily="50" charset="-128"/>
                <a:ea typeface="Meiryo UI" panose="020B0604030504040204" pitchFamily="50" charset="-128"/>
              </a:rPr>
              <a:t>泉 ゆか</a:t>
            </a:r>
            <a:endParaRPr lang="en-US" altLang="ja-JP" sz="1600" dirty="0">
              <a:ln w="0"/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2BD1AFCF-09EF-29EE-0A32-C417F4FA4EB8}"/>
              </a:ext>
            </a:extLst>
          </p:cNvPr>
          <p:cNvSpPr/>
          <p:nvPr/>
        </p:nvSpPr>
        <p:spPr>
          <a:xfrm>
            <a:off x="2040138" y="1789916"/>
            <a:ext cx="5536317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ja-JP" altLang="en-US" sz="2800" b="1" cap="none" spc="0" dirty="0">
                <a:ln w="0"/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伊原 克己 様</a:t>
            </a:r>
            <a:endParaRPr lang="ja-JP" altLang="en-US" sz="4400" b="1" cap="none" spc="0" dirty="0">
              <a:ln w="0"/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A5968516-B46C-1D6D-2200-862C676A8BC4}"/>
              </a:ext>
            </a:extLst>
          </p:cNvPr>
          <p:cNvSpPr/>
          <p:nvPr/>
        </p:nvSpPr>
        <p:spPr>
          <a:xfrm>
            <a:off x="628335" y="2953713"/>
            <a:ext cx="902811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ja-JP" altLang="en-US" sz="2800" b="1" cap="none" spc="0" dirty="0">
                <a:ln w="0"/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氏名</a:t>
            </a:r>
            <a:endParaRPr lang="ja-JP" altLang="en-US" sz="4400" b="1" cap="none" spc="0" dirty="0">
              <a:ln w="0"/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C29A3ECD-7D7D-E76D-59A6-7AA094E28DAD}"/>
              </a:ext>
            </a:extLst>
          </p:cNvPr>
          <p:cNvSpPr/>
          <p:nvPr/>
        </p:nvSpPr>
        <p:spPr>
          <a:xfrm>
            <a:off x="628335" y="3448671"/>
            <a:ext cx="1005403" cy="61555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ja-JP" altLang="en-US" sz="1600" dirty="0">
                <a:ln w="0"/>
                <a:latin typeface="Meiryo UI" panose="020B0604030504040204" pitchFamily="50" charset="-128"/>
                <a:ea typeface="Meiryo UI" panose="020B0604030504040204" pitchFamily="50" charset="-128"/>
              </a:rPr>
              <a:t>専門分野</a:t>
            </a:r>
            <a:endParaRPr lang="en-US" altLang="ja-JP" sz="1600" dirty="0">
              <a:ln w="0"/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endParaRPr lang="en-US" altLang="ja-JP" sz="200" dirty="0">
              <a:ln w="0"/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lang="ja-JP" altLang="en-US" sz="1600" cap="none" spc="0" dirty="0">
                <a:ln w="0"/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招待者</a:t>
            </a:r>
            <a:endParaRPr lang="ja-JP" altLang="en-US" sz="2800" cap="none" spc="0" dirty="0">
              <a:ln w="0"/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04DE2855-31A6-9BC8-7702-C91EE100F513}"/>
              </a:ext>
            </a:extLst>
          </p:cNvPr>
          <p:cNvSpPr/>
          <p:nvPr/>
        </p:nvSpPr>
        <p:spPr>
          <a:xfrm>
            <a:off x="2040137" y="3448670"/>
            <a:ext cx="5536319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ja-JP" altLang="en-US" sz="1600" dirty="0">
                <a:ln w="0"/>
                <a:latin typeface="Meiryo UI" panose="020B0604030504040204" pitchFamily="50" charset="-128"/>
                <a:ea typeface="Meiryo UI" panose="020B0604030504040204" pitchFamily="50" charset="-128"/>
              </a:rPr>
              <a:t>中小企業診断士</a:t>
            </a:r>
            <a:endParaRPr lang="en-US" altLang="ja-JP" sz="1600" dirty="0">
              <a:ln w="0"/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6" name="正方形/長方形 25">
            <a:extLst>
              <a:ext uri="{FF2B5EF4-FFF2-40B4-BE49-F238E27FC236}">
                <a16:creationId xmlns:a16="http://schemas.microsoft.com/office/drawing/2014/main" id="{408279AE-8AA2-25EF-5D0A-7DDDB7DDB1A3}"/>
              </a:ext>
            </a:extLst>
          </p:cNvPr>
          <p:cNvSpPr/>
          <p:nvPr/>
        </p:nvSpPr>
        <p:spPr>
          <a:xfrm>
            <a:off x="2040136" y="3725670"/>
            <a:ext cx="5536319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ja-JP" altLang="en-US" sz="1600" dirty="0">
                <a:ln w="0"/>
                <a:latin typeface="Meiryo UI" panose="020B0604030504040204" pitchFamily="50" charset="-128"/>
                <a:ea typeface="Meiryo UI" panose="020B0604030504040204" pitchFamily="50" charset="-128"/>
              </a:rPr>
              <a:t>内海 泰司</a:t>
            </a:r>
            <a:endParaRPr lang="en-US" altLang="ja-JP" sz="1600" dirty="0">
              <a:ln w="0"/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8" name="正方形/長方形 27">
            <a:extLst>
              <a:ext uri="{FF2B5EF4-FFF2-40B4-BE49-F238E27FC236}">
                <a16:creationId xmlns:a16="http://schemas.microsoft.com/office/drawing/2014/main" id="{01A599C4-1474-2707-125F-6171E8D6033D}"/>
              </a:ext>
            </a:extLst>
          </p:cNvPr>
          <p:cNvSpPr/>
          <p:nvPr/>
        </p:nvSpPr>
        <p:spPr>
          <a:xfrm>
            <a:off x="2040138" y="2962206"/>
            <a:ext cx="5536317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ja-JP" altLang="en-US" sz="2800" b="1" cap="none" spc="0" dirty="0">
                <a:ln w="0"/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石黒 一真 様</a:t>
            </a:r>
            <a:endParaRPr lang="ja-JP" altLang="en-US" sz="4400" b="1" cap="none" spc="0" dirty="0">
              <a:ln w="0"/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9" name="正方形/長方形 28">
            <a:extLst>
              <a:ext uri="{FF2B5EF4-FFF2-40B4-BE49-F238E27FC236}">
                <a16:creationId xmlns:a16="http://schemas.microsoft.com/office/drawing/2014/main" id="{7F636022-5CB9-A135-B51E-3EF20F0353FD}"/>
              </a:ext>
            </a:extLst>
          </p:cNvPr>
          <p:cNvSpPr/>
          <p:nvPr/>
        </p:nvSpPr>
        <p:spPr>
          <a:xfrm>
            <a:off x="628335" y="4142159"/>
            <a:ext cx="902811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ja-JP" altLang="en-US" sz="2800" b="1" cap="none" spc="0" dirty="0">
                <a:ln w="0"/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氏名</a:t>
            </a:r>
            <a:endParaRPr lang="ja-JP" altLang="en-US" sz="4400" b="1" cap="none" spc="0" dirty="0">
              <a:ln w="0"/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0" name="正方形/長方形 29">
            <a:extLst>
              <a:ext uri="{FF2B5EF4-FFF2-40B4-BE49-F238E27FC236}">
                <a16:creationId xmlns:a16="http://schemas.microsoft.com/office/drawing/2014/main" id="{2D21BDDD-91D2-3C95-EBAE-830DE3A92987}"/>
              </a:ext>
            </a:extLst>
          </p:cNvPr>
          <p:cNvSpPr/>
          <p:nvPr/>
        </p:nvSpPr>
        <p:spPr>
          <a:xfrm>
            <a:off x="628335" y="4637117"/>
            <a:ext cx="1005403" cy="61555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ja-JP" altLang="en-US" sz="1600" dirty="0">
                <a:ln w="0"/>
                <a:latin typeface="Meiryo UI" panose="020B0604030504040204" pitchFamily="50" charset="-128"/>
                <a:ea typeface="Meiryo UI" panose="020B0604030504040204" pitchFamily="50" charset="-128"/>
              </a:rPr>
              <a:t>専門分野</a:t>
            </a:r>
            <a:endParaRPr lang="en-US" altLang="ja-JP" sz="1600" dirty="0">
              <a:ln w="0"/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endParaRPr lang="en-US" altLang="ja-JP" sz="200" dirty="0">
              <a:ln w="0"/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lang="ja-JP" altLang="en-US" sz="1600" cap="none" spc="0" dirty="0">
                <a:ln w="0"/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招待者</a:t>
            </a:r>
            <a:endParaRPr lang="ja-JP" altLang="en-US" sz="2800" cap="none" spc="0" dirty="0">
              <a:ln w="0"/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1" name="正方形/長方形 30">
            <a:extLst>
              <a:ext uri="{FF2B5EF4-FFF2-40B4-BE49-F238E27FC236}">
                <a16:creationId xmlns:a16="http://schemas.microsoft.com/office/drawing/2014/main" id="{3FFACE5D-4CF0-E032-3388-E98A3B61CFC7}"/>
              </a:ext>
            </a:extLst>
          </p:cNvPr>
          <p:cNvSpPr/>
          <p:nvPr/>
        </p:nvSpPr>
        <p:spPr>
          <a:xfrm>
            <a:off x="2040137" y="4637116"/>
            <a:ext cx="5536319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ja-JP" altLang="en-US" sz="1600" dirty="0">
                <a:ln w="0"/>
                <a:latin typeface="Meiryo UI" panose="020B0604030504040204" pitchFamily="50" charset="-128"/>
                <a:ea typeface="Meiryo UI" panose="020B0604030504040204" pitchFamily="50" charset="-128"/>
              </a:rPr>
              <a:t>カメラマン/スチール写真・映像撮影</a:t>
            </a:r>
            <a:endParaRPr lang="en-US" altLang="ja-JP" sz="1600" dirty="0">
              <a:ln w="0"/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2" name="正方形/長方形 31">
            <a:extLst>
              <a:ext uri="{FF2B5EF4-FFF2-40B4-BE49-F238E27FC236}">
                <a16:creationId xmlns:a16="http://schemas.microsoft.com/office/drawing/2014/main" id="{EA78DA1C-684B-FBFC-7C71-021E8646F5F8}"/>
              </a:ext>
            </a:extLst>
          </p:cNvPr>
          <p:cNvSpPr/>
          <p:nvPr/>
        </p:nvSpPr>
        <p:spPr>
          <a:xfrm>
            <a:off x="2040136" y="4914116"/>
            <a:ext cx="5536319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ja-JP" altLang="en-US" sz="1600" dirty="0">
                <a:ln w="0"/>
                <a:latin typeface="Meiryo UI" panose="020B0604030504040204" pitchFamily="50" charset="-128"/>
                <a:ea typeface="Meiryo UI" panose="020B0604030504040204" pitchFamily="50" charset="-128"/>
              </a:rPr>
              <a:t>泉 ゆか</a:t>
            </a:r>
            <a:endParaRPr lang="en-US" altLang="ja-JP" sz="1600" dirty="0">
              <a:ln w="0"/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3" name="正方形/長方形 32">
            <a:extLst>
              <a:ext uri="{FF2B5EF4-FFF2-40B4-BE49-F238E27FC236}">
                <a16:creationId xmlns:a16="http://schemas.microsoft.com/office/drawing/2014/main" id="{04555792-6261-6986-2757-F1B915A00BA8}"/>
              </a:ext>
            </a:extLst>
          </p:cNvPr>
          <p:cNvSpPr/>
          <p:nvPr/>
        </p:nvSpPr>
        <p:spPr>
          <a:xfrm>
            <a:off x="2040138" y="4150652"/>
            <a:ext cx="5536317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ja-JP" altLang="en-US" sz="2800" b="1" cap="none" spc="0" dirty="0">
                <a:ln w="0"/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大川 和也 様</a:t>
            </a:r>
            <a:endParaRPr lang="ja-JP" altLang="en-US" sz="4400" b="1" cap="none" spc="0" dirty="0">
              <a:ln w="0"/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0697359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2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7"/>
                </p:tgtEl>
              </p:cMediaNode>
            </p:video>
          </p:childTnLst>
        </p:cTn>
      </p:par>
    </p:tnLst>
  </p:timing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rand Refresh - Communication Plan (002)" id="{7FB97CB9-66BB-4EEA-8AD9-24A50A0A1A75}" vid="{27874AC4-6B63-4035-B98F-35DD3BEB0DC7}"/>
    </a:ext>
  </a:extLst>
</a:theme>
</file>

<file path=ppt/theme/theme2.xml><?xml version="1.0" encoding="utf-8"?>
<a:theme xmlns:a="http://schemas.openxmlformats.org/drawingml/2006/main" name="1_Custom Design">
  <a:themeElements>
    <a:clrScheme name="BNI Colors">
      <a:dk1>
        <a:srgbClr val="000000"/>
      </a:dk1>
      <a:lt1>
        <a:srgbClr val="FFFFFF"/>
      </a:lt1>
      <a:dk2>
        <a:srgbClr val="CF2030"/>
      </a:dk2>
      <a:lt2>
        <a:srgbClr val="64666A"/>
      </a:lt2>
      <a:accent1>
        <a:srgbClr val="C8C8C8"/>
      </a:accent1>
      <a:accent2>
        <a:srgbClr val="F3F3F3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FFFFFF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NI PPT Template" id="{A506243F-EDFE-42E5-B171-D81643DB863B}" vid="{EE114906-2E5D-4B27-8D3B-83F3043AB910}"/>
    </a:ext>
  </a:extLst>
</a:theme>
</file>

<file path=ppt/theme/theme3.xml><?xml version="1.0" encoding="utf-8"?>
<a:theme xmlns:a="http://schemas.openxmlformats.org/drawingml/2006/main" name="2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ユーザー定義 1">
      <a:majorFont>
        <a:latin typeface="Arial"/>
        <a:ea typeface="メイリオ"/>
        <a:cs typeface=""/>
      </a:majorFont>
      <a:minorFont>
        <a:latin typeface="Arial"/>
        <a:ea typeface="メイリオ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rand Refresh - Communication Plan (002)" id="{7FB97CB9-66BB-4EEA-8AD9-24A50A0A1A75}" vid="{27874AC4-6B63-4035-B98F-35DD3BEB0DC7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114</Words>
  <Application>Microsoft Office PowerPoint</Application>
  <PresentationFormat>ワイド画面</PresentationFormat>
  <Paragraphs>66</Paragraphs>
  <Slides>3</Slides>
  <Notes>3</Notes>
  <HiddenSlides>0</HiddenSlides>
  <MMClips>3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3</vt:i4>
      </vt:variant>
      <vt:variant>
        <vt:lpstr>スライド タイトル</vt:lpstr>
      </vt:variant>
      <vt:variant>
        <vt:i4>3</vt:i4>
      </vt:variant>
    </vt:vector>
  </HeadingPairs>
  <TitlesOfParts>
    <vt:vector size="10" baseType="lpstr">
      <vt:lpstr>Meiryo UI</vt:lpstr>
      <vt:lpstr>Arial</vt:lpstr>
      <vt:lpstr>Arial Black</vt:lpstr>
      <vt:lpstr>Calibri</vt:lpstr>
      <vt:lpstr>Custom Design</vt:lpstr>
      <vt:lpstr>1_Custom Design</vt:lpstr>
      <vt:lpstr>2_Custom Design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Robin Schuckmann</dc:creator>
  <cp:lastModifiedBy>木村光範</cp:lastModifiedBy>
  <cp:revision>2981</cp:revision>
  <cp:lastPrinted>2023-08-15T10:09:06Z</cp:lastPrinted>
  <dcterms:created xsi:type="dcterms:W3CDTF">2020-04-22T15:10:35Z</dcterms:created>
  <dcterms:modified xsi:type="dcterms:W3CDTF">2026-09-23T12:29:52Z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273b9e9-5d89-45b0-bd92-22edbafde660_Enabled">
    <vt:lpwstr>true</vt:lpwstr>
  </property>
  <property fmtid="{D5CDD505-2E9C-101B-9397-08002B2CF9AE}" pid="3" name="MSIP_Label_d273b9e9-5d89-45b0-bd92-22edbafde660_SetDate">
    <vt:lpwstr>2025-11-18T07:08:39Z</vt:lpwstr>
  </property>
  <property fmtid="{D5CDD505-2E9C-101B-9397-08002B2CF9AE}" pid="4" name="MSIP_Label_d273b9e9-5d89-45b0-bd92-22edbafde660_Method">
    <vt:lpwstr>Standard</vt:lpwstr>
  </property>
  <property fmtid="{D5CDD505-2E9C-101B-9397-08002B2CF9AE}" pid="5" name="MSIP_Label_d273b9e9-5d89-45b0-bd92-22edbafde660_Name">
    <vt:lpwstr>ALJ_Internal</vt:lpwstr>
  </property>
  <property fmtid="{D5CDD505-2E9C-101B-9397-08002B2CF9AE}" pid="6" name="MSIP_Label_d273b9e9-5d89-45b0-bd92-22edbafde660_SiteId">
    <vt:lpwstr>396b38cc-aa65-492b-bb0e-3d94ed25a97b</vt:lpwstr>
  </property>
  <property fmtid="{D5CDD505-2E9C-101B-9397-08002B2CF9AE}" pid="7" name="MSIP_Label_d273b9e9-5d89-45b0-bd92-22edbafde660_ActionId">
    <vt:lpwstr>bc4d2ba2-d56e-4b4e-8fa6-bca50515101a</vt:lpwstr>
  </property>
  <property fmtid="{D5CDD505-2E9C-101B-9397-08002B2CF9AE}" pid="8" name="MSIP_Label_d273b9e9-5d89-45b0-bd92-22edbafde660_ContentBits">
    <vt:lpwstr>0</vt:lpwstr>
  </property>
</Properties>
</file>