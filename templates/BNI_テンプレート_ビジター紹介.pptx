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見出し（自由に変更可）"/>
          <p:cNvSpPr txBox="1"/>
          <p:nvPr/>
        </p:nvSpPr>
        <p:spPr>
          <a:xfrm>
            <a:off x="457200" y="91440"/>
            <a:ext cx="1127729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Meiryo"/>
              </a:rPr>
              <a:t>ビジターのご紹介</a:t>
            </a:r>
          </a:p>
        </p:txBody>
      </p:sp>
      <p:sp>
        <p:nvSpPr>
          <p:cNvPr id="10" name="Rectangle 3"/>
          <p:cNvSpPr/>
          <p:nvPr/>
        </p:nvSpPr>
        <p:spPr>
          <a:xfrm>
            <a:off x="621792" y="1371600"/>
            <a:ext cx="3429914" cy="47548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カテゴリー1"/>
          <p:cNvSpPr txBox="1"/>
          <p:nvPr/>
        </p:nvSpPr>
        <p:spPr>
          <a:xfrm>
            <a:off x="713232" y="1554480"/>
            <a:ext cx="3247034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00000"/>
                </a:solidFill>
                <a:latin typeface="Meiryo"/>
              </a:rPr>
              <a:t>カテゴリー</a:t>
            </a:r>
          </a:p>
        </p:txBody>
      </p:sp>
      <p:sp>
        <p:nvSpPr>
          <p:cNvPr id="21" name="氏名1"/>
          <p:cNvSpPr txBox="1"/>
          <p:nvPr/>
        </p:nvSpPr>
        <p:spPr>
          <a:xfrm>
            <a:off x="713232" y="2377440"/>
            <a:ext cx="3247034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16233F"/>
                </a:solidFill>
                <a:latin typeface="Meiryo"/>
              </a:rPr>
              <a:t>お名前 様</a:t>
            </a:r>
          </a:p>
        </p:txBody>
      </p:sp>
      <p:sp>
        <p:nvSpPr>
          <p:cNvPr id="20" name="招待者1"/>
          <p:cNvSpPr txBox="1"/>
          <p:nvPr/>
        </p:nvSpPr>
        <p:spPr>
          <a:xfrm>
            <a:off x="713232" y="3657600"/>
            <a:ext cx="3247034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>
                <a:solidFill>
                  <a:srgbClr val="444444"/>
                </a:solidFill>
                <a:latin typeface="Meiryo"/>
              </a:rPr>
              <a:t>招待者</a:t>
            </a:r>
          </a:p>
        </p:txBody>
      </p:sp>
      <p:sp>
        <p:nvSpPr>
          <p:cNvPr id="11" name="Rectangle 21"/>
          <p:cNvSpPr/>
          <p:nvPr/>
        </p:nvSpPr>
        <p:spPr>
          <a:xfrm>
            <a:off x="4198010" y="1371600"/>
            <a:ext cx="3429914" cy="47548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カテゴリー2"/>
          <p:cNvSpPr txBox="1"/>
          <p:nvPr/>
        </p:nvSpPr>
        <p:spPr>
          <a:xfrm>
            <a:off x="4289450" y="1554480"/>
            <a:ext cx="3247034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00000"/>
                </a:solidFill>
                <a:latin typeface="Meiryo"/>
              </a:rPr>
              <a:t>カテゴリー</a:t>
            </a:r>
          </a:p>
        </p:txBody>
      </p:sp>
      <p:sp>
        <p:nvSpPr>
          <p:cNvPr id="28" name="氏名2"/>
          <p:cNvSpPr txBox="1"/>
          <p:nvPr/>
        </p:nvSpPr>
        <p:spPr>
          <a:xfrm>
            <a:off x="4289450" y="2377440"/>
            <a:ext cx="3247034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16233F"/>
                </a:solidFill>
                <a:latin typeface="Meiryo"/>
              </a:rPr>
              <a:t>お名前 様</a:t>
            </a:r>
          </a:p>
        </p:txBody>
      </p:sp>
      <p:sp>
        <p:nvSpPr>
          <p:cNvPr id="26" name="招待者2"/>
          <p:cNvSpPr txBox="1"/>
          <p:nvPr/>
        </p:nvSpPr>
        <p:spPr>
          <a:xfrm>
            <a:off x="4289450" y="3657600"/>
            <a:ext cx="3247034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>
                <a:solidFill>
                  <a:srgbClr val="444444"/>
                </a:solidFill>
                <a:latin typeface="Meiryo"/>
              </a:rPr>
              <a:t>招待者</a:t>
            </a:r>
          </a:p>
        </p:txBody>
      </p:sp>
      <p:sp>
        <p:nvSpPr>
          <p:cNvPr id="12" name="Rectangle 28"/>
          <p:cNvSpPr/>
          <p:nvPr/>
        </p:nvSpPr>
        <p:spPr>
          <a:xfrm>
            <a:off x="7774228" y="1371600"/>
            <a:ext cx="3429914" cy="47548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カテゴリー3"/>
          <p:cNvSpPr txBox="1"/>
          <p:nvPr/>
        </p:nvSpPr>
        <p:spPr>
          <a:xfrm>
            <a:off x="7865668" y="1554480"/>
            <a:ext cx="3247034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00000"/>
                </a:solidFill>
                <a:latin typeface="Meiryo"/>
              </a:rPr>
              <a:t>カテゴリー</a:t>
            </a:r>
          </a:p>
        </p:txBody>
      </p:sp>
      <p:sp>
        <p:nvSpPr>
          <p:cNvPr id="33" name="氏名3"/>
          <p:cNvSpPr txBox="1"/>
          <p:nvPr/>
        </p:nvSpPr>
        <p:spPr>
          <a:xfrm>
            <a:off x="7865668" y="2377440"/>
            <a:ext cx="3247034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16233F"/>
                </a:solidFill>
                <a:latin typeface="Meiryo"/>
              </a:rPr>
              <a:t>お名前 様</a:t>
            </a:r>
          </a:p>
        </p:txBody>
      </p:sp>
      <p:sp>
        <p:nvSpPr>
          <p:cNvPr id="32" name="招待者3"/>
          <p:cNvSpPr txBox="1"/>
          <p:nvPr/>
        </p:nvSpPr>
        <p:spPr>
          <a:xfrm>
            <a:off x="7865668" y="3657600"/>
            <a:ext cx="3247034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>
                <a:solidFill>
                  <a:srgbClr val="444444"/>
                </a:solidFill>
                <a:latin typeface="Meiryo"/>
              </a:rPr>
              <a:t>招待者</a:t>
            </a:r>
          </a:p>
        </p:txBody>
      </p:sp>
      <p:sp>
        <p:nvSpPr>
          <p:cNvPr id="5" name="Rectangle 3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6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