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 Hart" initials="SH" lastIdx="0" clrIdx="0">
    <p:extLst>
      <p:ext uri="{19B8F6BF-5375-455C-9EA6-DF929625EA0E}">
        <p15:presenceInfo xmlns:p15="http://schemas.microsoft.com/office/powerpoint/2012/main" userId="Sandra Hart" providerId="None"/>
      </p:ext>
    </p:extLst>
  </p:cmAuthor>
  <p:cmAuthor id="2" name="ken uchiya" initials="ku" lastIdx="1" clrIdx="1">
    <p:extLst>
      <p:ext uri="{19B8F6BF-5375-455C-9EA6-DF929625EA0E}">
        <p15:presenceInfo xmlns:p15="http://schemas.microsoft.com/office/powerpoint/2012/main" userId="20301e192700f570" providerId="Windows Live"/>
      </p:ext>
    </p:extLst>
  </p:cmAuthor>
  <p:cmAuthor id="3" name="雅人 原田" initials="雅原" lastIdx="2" clrIdx="2">
    <p:extLst>
      <p:ext uri="{19B8F6BF-5375-455C-9EA6-DF929625EA0E}">
        <p15:presenceInfo xmlns:p15="http://schemas.microsoft.com/office/powerpoint/2012/main" userId="b56af9a27258da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09D73-43BE-4840-9852-44BE47A19FC6}" v="14" dt="2026-09-22T08:11:47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太 高瀬" userId="d64d040886672171" providerId="LiveId" clId="{AE2DA98C-D102-4FA5-B1E4-54413302B284}"/>
    <pc:docChg chg="custSel addSld delSld modSld">
      <pc:chgData name="翔太 高瀬" userId="d64d040886672171" providerId="LiveId" clId="{AE2DA98C-D102-4FA5-B1E4-54413302B284}" dt="2026-09-22T08:13:00.643" v="60" actId="729"/>
      <pc:docMkLst>
        <pc:docMk/>
      </pc:docMkLst>
      <pc:sldChg chg="modSp mod">
        <pc:chgData name="翔太 高瀬" userId="d64d040886672171" providerId="LiveId" clId="{AE2DA98C-D102-4FA5-B1E4-54413302B284}" dt="2026-09-22T08:05:46.383" v="35" actId="20577"/>
        <pc:sldMkLst>
          <pc:docMk/>
          <pc:sldMk cId="2516233671" sldId="2007579312"/>
        </pc:sldMkLst>
        <pc:spChg chg="mod">
          <ac:chgData name="翔太 高瀬" userId="d64d040886672171" providerId="LiveId" clId="{AE2DA98C-D102-4FA5-B1E4-54413302B284}" dt="2026-09-22T08:05:46.383" v="35" actId="20577"/>
          <ac:spMkLst>
            <pc:docMk/>
            <pc:sldMk cId="2516233671" sldId="2007579312"/>
            <ac:spMk id="22" creationId="{98385E7F-8DAD-DF44-B898-33BA3C595C1C}"/>
          </ac:spMkLst>
        </pc:spChg>
      </pc:sldChg>
      <pc:sldChg chg="modSp">
        <pc:chgData name="翔太 高瀬" userId="d64d040886672171" providerId="LiveId" clId="{AE2DA98C-D102-4FA5-B1E4-54413302B284}" dt="2026-09-22T08:05:56.715" v="43" actId="20577"/>
        <pc:sldMkLst>
          <pc:docMk/>
          <pc:sldMk cId="3126642318" sldId="2007579885"/>
        </pc:sldMkLst>
        <pc:spChg chg="mod">
          <ac:chgData name="翔太 高瀬" userId="d64d040886672171" providerId="LiveId" clId="{AE2DA98C-D102-4FA5-B1E4-54413302B284}" dt="2026-09-22T08:05:56.715" v="43" actId="20577"/>
          <ac:spMkLst>
            <pc:docMk/>
            <pc:sldMk cId="3126642318" sldId="2007579885"/>
            <ac:spMk id="6" creationId="{F6DD202E-7C86-43F3-9639-EBF3A528A1E3}"/>
          </ac:spMkLst>
        </pc:spChg>
      </pc:sldChg>
      <pc:sldChg chg="modSp mod">
        <pc:chgData name="翔太 高瀬" userId="d64d040886672171" providerId="LiveId" clId="{AE2DA98C-D102-4FA5-B1E4-54413302B284}" dt="2026-09-22T08:06:43.437" v="46" actId="207"/>
        <pc:sldMkLst>
          <pc:docMk/>
          <pc:sldMk cId="3154724555" sldId="2007580510"/>
        </pc:sldMkLst>
        <pc:graphicFrameChg chg="modGraphic">
          <ac:chgData name="翔太 高瀬" userId="d64d040886672171" providerId="LiveId" clId="{AE2DA98C-D102-4FA5-B1E4-54413302B284}" dt="2026-09-22T08:06:43.437" v="46" actId="207"/>
          <ac:graphicFrameMkLst>
            <pc:docMk/>
            <pc:sldMk cId="3154724555" sldId="2007580510"/>
            <ac:graphicFrameMk id="9" creationId="{F46EAE86-E443-184F-B7AD-553E4F8E6730}"/>
          </ac:graphicFrameMkLst>
        </pc:graphicFrameChg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12309286" sldId="20075806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1370104" sldId="200758066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41567522" sldId="200758066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51807006" sldId="200758067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11805497" sldId="200758067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91394686" sldId="200758067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00725812" sldId="200758067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3028666" sldId="200758067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28959736" sldId="200758067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5203812" sldId="200758067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62150497" sldId="200758067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267747554" sldId="200758067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66830687" sldId="200758068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949340938" sldId="2007580683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3844697287" sldId="2007580683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560367736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811514385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224519634" sldId="2007580685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43149038" sldId="20075806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535224914" sldId="2007580686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11128743" sldId="200758068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125679703" sldId="2007580687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877275902" sldId="200758068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71414410" sldId="200758069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170224227" sldId="200758069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4100229264" sldId="200758069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715303323" sldId="200758069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402940" sldId="200758069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76095945" sldId="200758069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659994" sldId="200758070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927051345" sldId="200758070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1257014" sldId="2007580703"/>
        </pc:sldMkLst>
      </pc:sldChg>
      <pc:sldChg chg="add mod modShow">
        <pc:chgData name="翔太 高瀬" userId="d64d040886672171" providerId="LiveId" clId="{AE2DA98C-D102-4FA5-B1E4-54413302B284}" dt="2026-09-22T08:13:00.643" v="60" actId="729"/>
        <pc:sldMkLst>
          <pc:docMk/>
          <pc:sldMk cId="3612363656" sldId="200758070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52479933" sldId="200758070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81370115" sldId="200758070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578786695" sldId="200758071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20003720" sldId="200758071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2778218" sldId="200758071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5430564" sldId="200758071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87092826" sldId="200758071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46839176" sldId="200758071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1510435" sldId="200758071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47362335" sldId="200758071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5824900" sldId="200758072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59729492" sldId="200758072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914827704" sldId="200758072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44540869" sldId="200758072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50476963" sldId="20075807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032535930" sldId="200758073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75737968" sldId="20075807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30548234" sldId="200758073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247037202" sldId="200758073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093978412" sldId="20075808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781082022" sldId="20075808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09406814" sldId="2007580833"/>
        </pc:sldMkLst>
      </pc:sldChg>
      <pc:sldChg chg="mod modShow">
        <pc:chgData name="翔太 高瀬" userId="d64d040886672171" providerId="LiveId" clId="{AE2DA98C-D102-4FA5-B1E4-54413302B284}" dt="2026-09-22T07:42:25.885" v="0" actId="729"/>
        <pc:sldMkLst>
          <pc:docMk/>
          <pc:sldMk cId="650587100" sldId="2007580835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119712948" sldId="2007580879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3031263" sldId="2007580880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958236475" sldId="2007580881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60725042" sldId="2007580882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2270545179" sldId="2007580883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409883445" sldId="2007580884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1127007380" sldId="20075808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75825624" sldId="2007580908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474318735" sldId="2007580908"/>
        </pc:sldMkLst>
      </pc:sldChg>
      <pc:sldChg chg="add mod modShow">
        <pc:chgData name="翔太 高瀬" userId="d64d040886672171" providerId="LiveId" clId="{AE2DA98C-D102-4FA5-B1E4-54413302B284}" dt="2026-09-22T08:08:39.036" v="48" actId="34476"/>
        <pc:sldMkLst>
          <pc:docMk/>
          <pc:sldMk cId="1381343369" sldId="2007580935"/>
        </pc:sldMkLst>
      </pc:sldChg>
      <pc:sldChg chg="add">
        <pc:chgData name="翔太 高瀬" userId="d64d040886672171" providerId="LiveId" clId="{AE2DA98C-D102-4FA5-B1E4-54413302B284}" dt="2026-09-22T08:04:04.140" v="7"/>
        <pc:sldMkLst>
          <pc:docMk/>
          <pc:sldMk cId="2497003093" sldId="2007580939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1069735967" sldId="2007580952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4186174853" sldId="200758095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325043498" sldId="200758095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7239427" sldId="2007580965"/>
        </pc:sldMkLst>
      </pc:sldChg>
      <pc:sldChg chg="add mod modShow">
        <pc:chgData name="翔太 高瀬" userId="d64d040886672171" providerId="LiveId" clId="{AE2DA98C-D102-4FA5-B1E4-54413302B284}" dt="2026-09-22T08:12:34.419" v="59" actId="729"/>
        <pc:sldMkLst>
          <pc:docMk/>
          <pc:sldMk cId="201375963" sldId="200758096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04935567" sldId="20075809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1958455" sldId="200758096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62490747" sldId="200758098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52071226" sldId="2007580981"/>
        </pc:sldMkLst>
      </pc:sldChg>
      <pc:sldChg chg="add del mod modShow">
        <pc:chgData name="翔太 高瀬" userId="d64d040886672171" providerId="LiveId" clId="{AE2DA98C-D102-4FA5-B1E4-54413302B284}" dt="2026-09-22T08:11:31.636" v="49" actId="2696"/>
        <pc:sldMkLst>
          <pc:docMk/>
          <pc:sldMk cId="2321564781" sldId="2007580996"/>
        </pc:sldMkLst>
      </pc:sldChg>
      <pc:sldChg chg="addSp delSp add mod modShow">
        <pc:chgData name="翔太 高瀬" userId="d64d040886672171" providerId="LiveId" clId="{AE2DA98C-D102-4FA5-B1E4-54413302B284}" dt="2026-09-22T08:12:27.239" v="58" actId="22"/>
        <pc:sldMkLst>
          <pc:docMk/>
          <pc:sldMk cId="3256027081" sldId="2007580996"/>
        </pc:sldMkLst>
        <pc:spChg chg="add">
          <ac:chgData name="翔太 高瀬" userId="d64d040886672171" providerId="LiveId" clId="{AE2DA98C-D102-4FA5-B1E4-54413302B284}" dt="2026-09-22T08:12:09.835" v="54" actId="22"/>
          <ac:spMkLst>
            <pc:docMk/>
            <pc:sldMk cId="3256027081" sldId="2007580996"/>
            <ac:spMk id="160" creationId="{A89013CC-7E90-F283-966A-DB1E9D9C0826}"/>
          </ac:spMkLst>
        </pc:spChg>
        <pc:spChg chg="add">
          <ac:chgData name="翔太 高瀬" userId="d64d040886672171" providerId="LiveId" clId="{AE2DA98C-D102-4FA5-B1E4-54413302B284}" dt="2026-09-22T08:12:18.937" v="56" actId="22"/>
          <ac:spMkLst>
            <pc:docMk/>
            <pc:sldMk cId="3256027081" sldId="2007580996"/>
            <ac:spMk id="162" creationId="{31BECE0C-4B1C-A93A-B828-ACB2DCE4FE23}"/>
          </ac:spMkLst>
        </pc:spChg>
        <pc:spChg chg="del">
          <ac:chgData name="翔太 高瀬" userId="d64d040886672171" providerId="LiveId" clId="{AE2DA98C-D102-4FA5-B1E4-54413302B284}" dt="2026-09-22T08:12:09.029" v="53" actId="478"/>
          <ac:spMkLst>
            <pc:docMk/>
            <pc:sldMk cId="3256027081" sldId="2007580996"/>
            <ac:spMk id="164" creationId="{644DE191-9435-981D-92E7-B13C157D470E}"/>
          </ac:spMkLst>
        </pc:spChg>
        <pc:spChg chg="add">
          <ac:chgData name="翔太 高瀬" userId="d64d040886672171" providerId="LiveId" clId="{AE2DA98C-D102-4FA5-B1E4-54413302B284}" dt="2026-09-22T08:12:27.239" v="58" actId="22"/>
          <ac:spMkLst>
            <pc:docMk/>
            <pc:sldMk cId="3256027081" sldId="2007580996"/>
            <ac:spMk id="165" creationId="{3E7ED3A2-1431-BA73-9C4E-48C9A4F6CFAC}"/>
          </ac:spMkLst>
        </pc:spChg>
        <pc:spChg chg="del">
          <ac:chgData name="翔太 高瀬" userId="d64d040886672171" providerId="LiveId" clId="{AE2DA98C-D102-4FA5-B1E4-54413302B284}" dt="2026-09-22T08:12:18.065" v="55" actId="478"/>
          <ac:spMkLst>
            <pc:docMk/>
            <pc:sldMk cId="3256027081" sldId="2007580996"/>
            <ac:spMk id="166" creationId="{50A3C803-AFCB-1FE5-437D-E2F162ED18C6}"/>
          </ac:spMkLst>
        </pc:spChg>
        <pc:spChg chg="del">
          <ac:chgData name="翔太 高瀬" userId="d64d040886672171" providerId="LiveId" clId="{AE2DA98C-D102-4FA5-B1E4-54413302B284}" dt="2026-09-22T08:12:26.411" v="57" actId="478"/>
          <ac:spMkLst>
            <pc:docMk/>
            <pc:sldMk cId="3256027081" sldId="2007580996"/>
            <ac:spMk id="168" creationId="{C6A744E5-3568-8519-07D9-6860C81886A2}"/>
          </ac:spMkLst>
        </pc:spChg>
        <pc:picChg chg="add">
          <ac:chgData name="翔太 高瀬" userId="d64d040886672171" providerId="LiveId" clId="{AE2DA98C-D102-4FA5-B1E4-54413302B284}" dt="2026-09-22T08:11:58.014" v="52" actId="22"/>
          <ac:picMkLst>
            <pc:docMk/>
            <pc:sldMk cId="3256027081" sldId="2007580996"/>
            <ac:picMk id="157" creationId="{E1CFC3C3-02A0-4E3D-CC39-080565A99220}"/>
          </ac:picMkLst>
        </pc:picChg>
      </pc:sldChg>
      <pc:sldChg chg="delSp add mod">
        <pc:chgData name="翔太 高瀬" userId="d64d040886672171" providerId="LiveId" clId="{AE2DA98C-D102-4FA5-B1E4-54413302B284}" dt="2026-09-22T08:03:18.917" v="6" actId="478"/>
        <pc:sldMkLst>
          <pc:docMk/>
          <pc:sldMk cId="4120842812" sldId="2007580997"/>
        </pc:sldMkLst>
        <pc:spChg chg="del">
          <ac:chgData name="翔太 高瀬" userId="d64d040886672171" providerId="LiveId" clId="{AE2DA98C-D102-4FA5-B1E4-54413302B284}" dt="2026-09-22T08:03:18.917" v="6" actId="478"/>
          <ac:spMkLst>
            <pc:docMk/>
            <pc:sldMk cId="4120842812" sldId="2007580997"/>
            <ac:spMk id="26" creationId="{408279AE-8AA2-25EF-5D0A-7DDDB7DDB1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歓迎</a:t>
            </a:r>
            <a:r>
              <a:rPr 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本日の</a:t>
            </a:r>
            <a:r>
              <a:rPr lang="en-US" dirty="0" err="1">
                <a:solidFill>
                  <a:srgbClr val="CF203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ビジタ</a:t>
            </a:r>
            <a:r>
              <a:rPr lang="en-US" dirty="0">
                <a:solidFill>
                  <a:srgbClr val="CF203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ー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Schuckmann</dc:creator>
  <cp:lastModifiedBy>木村光範</cp:lastModifiedBy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