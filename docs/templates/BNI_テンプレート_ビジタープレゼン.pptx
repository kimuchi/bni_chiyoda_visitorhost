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879" r:id="rId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見本" initials="M" lastIdx="0" clrIdx="0">
    <p:extLst>
      <p:ext uri="{19B8F6BF-5375-455C-9EA6-DF929625EA0E}">
        <p15:presenceInfo xmlns:p15="http://schemas.microsoft.com/office/powerpoint/2012/main" userId="見本" providerId="None"/>
      </p:ext>
    </p:extLst>
  </p:cmAuthor>
  <p:cmAuthor id="2" name="見本" initials="M" lastIdx="1" clrIdx="1">
    <p:extLst>
      <p:ext uri="{19B8F6BF-5375-455C-9EA6-DF929625EA0E}">
        <p15:presenceInfo xmlns:p15="http://schemas.microsoft.com/office/powerpoint/2012/main" userId="見本" providerId="None"/>
      </p:ext>
    </p:extLst>
  </p:cmAuthor>
  <p:cmAuthor id="3" name="見本" initials="M" lastIdx="2" clrIdx="2">
    <p:extLst>
      <p:ext uri="{19B8F6BF-5375-455C-9EA6-DF929625EA0E}">
        <p15:presenceInfo xmlns:p15="http://schemas.microsoft.com/office/powerpoint/2012/main" userId="見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0992-2003-C3B7-4EA2-3D24CB74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64E3FD-3670-FACD-2CA4-AC1DD398C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C3EC227-C57E-4C80-C498-48F1859B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I-021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FEF7BF-FE0F-22E1-0815-E76E603A3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AF39-9DCA-6DD4-6034-54C6BEE3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図 31">
            <a:extLst>
              <a:ext uri="{FF2B5EF4-FFF2-40B4-BE49-F238E27FC236}">
                <a16:creationId xmlns:a16="http://schemas.microsoft.com/office/drawing/2014/main" id="{D2D48D77-6E14-FD11-9C3F-08A996F03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60"/>
          <a:stretch>
            <a:fillRect/>
          </a:stretch>
        </p:blipFill>
        <p:spPr>
          <a:xfrm>
            <a:off x="681060" y="953512"/>
            <a:ext cx="4044901" cy="4948437"/>
          </a:xfrm>
          <a:prstGeom prst="rect">
            <a:avLst/>
          </a:prstGeom>
        </p:spPr>
      </p:pic>
      <p:pic>
        <p:nvPicPr>
          <p:cNvPr id="49" name="B60AFDE8">
            <a:hlinkClick r:id="" action="ppaction://media"/>
            <a:extLst>
              <a:ext uri="{FF2B5EF4-FFF2-40B4-BE49-F238E27FC236}">
                <a16:creationId xmlns:a16="http://schemas.microsoft.com/office/drawing/2014/main" id="{6D84CA93-1872-DFC3-4B9D-54BEF10FF63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3" end="412.4489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053349" y="7184354"/>
            <a:ext cx="961310" cy="961310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4CE4776F-130F-3A27-440E-08D9EE220371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E9E2076-B296-B37D-094B-51BFF304ACA6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066D69B7-6275-205D-4A09-B957772673C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F2DB8BD-E89C-E248-233D-C08A4A1D0F59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D3E142F5-1CE5-5DDB-75FC-59D81F7F27D7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8867653-CCD6-7F86-134E-D39D517EA72D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B6A43180-84A3-8E93-7721-F3E90E49681B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D07702BC-B5A3-CB71-263B-D1A81FBB6673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FE649B82-FB2D-4589-6917-8102C0EDFB57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4E40534-68A6-28B7-F895-DEA298B34308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4D0AA2EB-3CDB-1541-857A-48644A84119E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73DC5667-3662-0CFF-557E-06EC4E36C041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AA876C0C-156C-672B-7CE6-DEAA59E5E68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C46A951F-F5FC-C936-F0CD-BE29591E7F3E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13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7F9DA281-497D-0FDD-E13E-19DD85D068D3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14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20378E00-D0D5-55C5-F8FE-FC047F9FD4F2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15</a:t>
            </a:r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69CC1429-D927-F461-C187-29CEB1CC6B75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16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E7C3C2AD-A0E9-3010-744E-7F63F1E5AD48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17</a:t>
            </a: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CB97C8B9-099D-B063-D31A-4481E0FDF62D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18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A2E69BAD-A655-E95C-E49B-CAA18F9E781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19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EF4C5494-C2A3-4C03-9E00-85251E334D74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 dirty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20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089219BC-213F-425E-9328-6789B0B9C1CE}"/>
              </a:ext>
            </a:extLst>
          </p:cNvPr>
          <p:cNvSpPr txBox="1"/>
          <p:nvPr/>
        </p:nvSpPr>
        <p:spPr>
          <a:xfrm>
            <a:off x="4725960" y="1448716"/>
            <a:ext cx="74660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8000" b="1" dirty="0">
                <a:solidFill>
                  <a:srgbClr val="C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伊原 克己 様</a:t>
            </a:r>
            <a:endParaRPr kumimoji="0" lang="ja-JP" altLang="en-US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+mn-cs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B448EF7-CF1B-EFE9-6DC2-C5B14370E512}"/>
              </a:ext>
            </a:extLst>
          </p:cNvPr>
          <p:cNvSpPr txBox="1">
            <a:spLocks/>
          </p:cNvSpPr>
          <p:nvPr/>
        </p:nvSpPr>
        <p:spPr>
          <a:xfrm>
            <a:off x="681059" y="320343"/>
            <a:ext cx="4044902" cy="44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ja-JP" sz="2600" dirty="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Visitor's Presentation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3F6BB818-E46A-EE57-EFAD-32206D075CB3}"/>
              </a:ext>
            </a:extLst>
          </p:cNvPr>
          <p:cNvSpPr txBox="1"/>
          <p:nvPr/>
        </p:nvSpPr>
        <p:spPr>
          <a:xfrm>
            <a:off x="5087424" y="2849608"/>
            <a:ext cx="68931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株式会社見本企画</a:t>
            </a:r>
            <a:endParaRPr kumimoji="0" lang="en-US" altLang="ja-JP" sz="44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1B80879F-892D-0F07-AAFE-0387B4692B90}"/>
              </a:ext>
            </a:extLst>
          </p:cNvPr>
          <p:cNvSpPr txBox="1"/>
          <p:nvPr/>
        </p:nvSpPr>
        <p:spPr>
          <a:xfrm>
            <a:off x="5087424" y="3456634"/>
            <a:ext cx="689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0" lang="ja-JP" alt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r>
              <a:rPr kumimoji="0" lang="en-US" altLang="ja-JP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endParaRPr lang="ja-JP" altLang="en-US" sz="32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971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"/>
    </mc:Choice>
    <mc:Fallback xmlns="">
      <p:transition advTm="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1247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5854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