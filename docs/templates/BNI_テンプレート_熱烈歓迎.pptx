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welcome_photo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熱烈歓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帯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C8102E"/>
          </a:solidFill>
          <a:ln>
            <a:noFill/>
          </a:ln>
        </p:spPr>
      </p:sp>
      <p:sp>
        <p:nvSpPr>
          <p:cNvPr id="3" name="見出し"/>
          <p:cNvSpPr txBox="1"/>
          <p:nvPr/>
        </p:nvSpPr>
        <p:spPr>
          <a:xfrm>
            <a:off x="0" y="0"/>
            <a:ext cx="12191695" cy="160020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algn="ctr" indent="0" marL="0">
              <a:buNone/>
            </a:pPr>
            <a:r>
              <a:rPr lang="ja-JP" altLang="en-US" sz="5400" b="1" dirty="0">
                <a:solidFill>
                  <a:srgbClr val="FFFFFF"/>
                </a:solidFill>
              </a:rPr>
              <a:t>🎉 熱烈歓迎 🎉</a:t>
            </a:r>
            <a:endParaRPr lang="ja-JP" altLang="en-US" sz="5400" b="1" dirty="0"/>
          </a:p>
        </p:txBody>
      </p:sp>
      <p:pic>
        <p:nvPicPr>
          <p:cNvPr id="4" name="写真" descr="写真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11680"/>
            <a:ext cx="3291840" cy="3291840"/>
          </a:xfrm>
          <a:prstGeom prst="ellipse">
            <a:avLst/>
          </a:prstGeom>
          <a:ln w="57150">
            <a:solidFill>
              <a:srgbClr val="C8102E"/>
            </a:solidFill>
          </a:ln>
        </p:spPr>
      </p:pic>
      <p:sp>
        <p:nvSpPr>
          <p:cNvPr id="5" name="カテゴリー"/>
          <p:cNvSpPr txBox="1"/>
          <p:nvPr/>
        </p:nvSpPr>
        <p:spPr>
          <a:xfrm>
            <a:off x="4754880" y="2148840"/>
            <a:ext cx="6858000" cy="6400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algn="l" indent="0" marL="0">
              <a:buNone/>
            </a:pPr>
            <a:r>
              <a:rPr lang="ja-JP" altLang="en-US" sz="2800" dirty="0">
                <a:solidFill>
                  <a:srgbClr val="555555"/>
                </a:solidFill>
              </a:rPr>
              <a:t>{{カテゴリー}}</a:t>
            </a:r>
            <a:endParaRPr lang="ja-JP" altLang="en-US" sz="2800" dirty="0"/>
          </a:p>
        </p:txBody>
      </p:sp>
      <p:sp>
        <p:nvSpPr>
          <p:cNvPr id="6" name="氏名"/>
          <p:cNvSpPr txBox="1"/>
          <p:nvPr/>
        </p:nvSpPr>
        <p:spPr>
          <a:xfrm>
            <a:off x="4754880" y="2788920"/>
            <a:ext cx="6858000" cy="11887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algn="l" indent="0" marL="0">
              <a:buNone/>
            </a:pPr>
            <a:r>
              <a:rPr lang="ja-JP" altLang="en-US" sz="6600" b="1" dirty="0">
                <a:solidFill>
                  <a:srgbClr val="222222"/>
                </a:solidFill>
              </a:rPr>
              <a:t>{{氏名}}さん</a:t>
            </a:r>
            <a:endParaRPr lang="ja-JP" altLang="en-US" sz="6600" b="1" dirty="0"/>
          </a:p>
        </p:txBody>
      </p:sp>
      <p:sp>
        <p:nvSpPr>
          <p:cNvPr id="7" name="会社名"/>
          <p:cNvSpPr txBox="1"/>
          <p:nvPr/>
        </p:nvSpPr>
        <p:spPr>
          <a:xfrm>
            <a:off x="4754880" y="3977640"/>
            <a:ext cx="6858000" cy="6400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algn="l" indent="0" marL="0">
              <a:buNone/>
            </a:pPr>
            <a:r>
              <a:rPr lang="ja-JP" altLang="en-US" sz="2800" dirty="0">
                <a:solidFill>
                  <a:srgbClr val="333333"/>
                </a:solidFill>
              </a:rPr>
              <a:t>{{会社名}}</a:t>
            </a:r>
            <a:endParaRPr lang="ja-JP" altLang="en-US" sz="2800" dirty="0"/>
          </a:p>
        </p:txBody>
      </p:sp>
      <p:sp>
        <p:nvSpPr>
          <p:cNvPr id="8" name="ようこそ"/>
          <p:cNvSpPr txBox="1"/>
          <p:nvPr/>
        </p:nvSpPr>
        <p:spPr>
          <a:xfrm>
            <a:off x="0" y="5532120"/>
            <a:ext cx="12191695" cy="7772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algn="ctr" indent="0" marL="0">
              <a:buNone/>
            </a:pPr>
            <a:r>
              <a:rPr lang="ja-JP" altLang="en-US" sz="3600" b="1" dirty="0">
                <a:solidFill>
                  <a:srgbClr val="C8102E"/>
                </a:solidFill>
              </a:rPr>
              <a:t>ようこそ、{{チャプター}}へ！</a:t>
            </a:r>
            <a:endParaRPr lang="ja-JP" altLang="en-US" sz="3600" b="1" dirty="0"/>
          </a:p>
        </p:txBody>
      </p:sp>
      <p:sp>
        <p:nvSpPr>
          <p:cNvPr id="9" name="日付"/>
          <p:cNvSpPr txBox="1"/>
          <p:nvPr/>
        </p:nvSpPr>
        <p:spPr>
          <a:xfrm>
            <a:off x="7985455" y="6309360"/>
            <a:ext cx="4114800" cy="45720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algn="r" indent="0" marL="0">
              <a:buNone/>
            </a:pPr>
            <a:r>
              <a:rPr lang="ja-JP" altLang="en-US" sz="1600" dirty="0">
                <a:solidFill>
                  <a:srgbClr val="777777"/>
                </a:solidFill>
              </a:rPr>
              <a:t>{{開催日}} 定例会</a:t>
            </a:r>
            <a:endParaRPr lang="ja-JP" alt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メイリオ"/>
        <a:ea typeface="メイリオ"/>
        <a:cs typeface=""/>
        <a:font script="Jpan" typeface="メイリオ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メイリオ"/>
        <a:ea typeface="メイリオ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ワイド画面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熱烈歓迎（事前MTG）ひな形</dc:title>
  <cp:revision>1</cp:revision>
  <dcterms:created xsi:type="dcterms:W3CDTF">2026-09-27T00:00:00Z</dcterms:created>
  <dcterms:modified xsi:type="dcterms:W3CDTF">2026-09-27T00:00:00Z</dcterms:modified>
</cp:coreProperties>
</file>