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premtg_photo.png"/><Relationship Id="rId2" Type="http://schemas.openxmlformats.org/officeDocument/2006/relationships/image" Target="../media/premtg_photo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premtg_photo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まと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{{月日}} 定例会　朝イチMTG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📅 直近のイベント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1064240" cy="6213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{{直近のイベント}}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221534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✏️ お願い事項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5582"/>
            <a:ext cx="11064240" cy="17604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{{お願い事項}}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53062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💻 定例会関連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914670"/>
            <a:ext cx="11064240" cy="1760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{{定例会関連}}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2人の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帯1"/>
          <p:cNvSpPr/>
          <p:nvPr/>
        </p:nvSpPr>
        <p:spPr>
          <a:xfrm>
            <a:off x="0" y="0"/>
            <a:ext cx="6095848" cy="13716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3" name="写真1" descr="写真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914400" cy="914400"/>
          </a:xfrm>
          <a:prstGeom prst="ellipse">
            <a:avLst/>
          </a:prstGeom>
        </p:spPr>
      </p:pic>
      <p:sp>
        <p:nvSpPr>
          <p:cNvPr id="4" name="役職1"/>
          <p:cNvSpPr/>
          <p:nvPr/>
        </p:nvSpPr>
        <p:spPr>
          <a:xfrm>
            <a:off x="1417320" y="2560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{{アイコン1}} {{役職1}}</a:t>
            </a:r>
            <a:endParaRPr lang="en-US" sz="1600" dirty="0"/>
          </a:p>
        </p:txBody>
      </p:sp>
      <p:sp>
        <p:nvSpPr>
          <p:cNvPr id="5" name="氏名1"/>
          <p:cNvSpPr/>
          <p:nvPr/>
        </p:nvSpPr>
        <p:spPr>
          <a:xfrm>
            <a:off x="1417320" y="713232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{{氏名1}}</a:t>
            </a:r>
            <a:endParaRPr lang="en-US" sz="1300" dirty="0"/>
          </a:p>
        </p:txBody>
      </p:sp>
      <p:sp>
        <p:nvSpPr>
          <p:cNvPr id="6" name="共有事項1"/>
          <p:cNvSpPr/>
          <p:nvPr/>
        </p:nvSpPr>
        <p:spPr>
          <a:xfrm>
            <a:off x="320040" y="1600200"/>
            <a:ext cx="5455768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</a:rPr>
              <a:t>{{共有事項1}}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5848" y="274320"/>
            <a:ext cx="0" cy="6309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帯2"/>
          <p:cNvSpPr/>
          <p:nvPr/>
        </p:nvSpPr>
        <p:spPr>
          <a:xfrm>
            <a:off x="6095848" y="0"/>
            <a:ext cx="6095848" cy="13716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9" name="写真2" descr="写真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228600"/>
            <a:ext cx="914400" cy="914400"/>
          </a:xfrm>
          <a:prstGeom prst="ellipse">
            <a:avLst/>
          </a:prstGeom>
        </p:spPr>
      </p:pic>
      <p:sp>
        <p:nvSpPr>
          <p:cNvPr id="10" name="役職2"/>
          <p:cNvSpPr/>
          <p:nvPr/>
        </p:nvSpPr>
        <p:spPr>
          <a:xfrm>
            <a:off x="7513168" y="2560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{{アイコン2}} {{役職2}}</a:t>
            </a:r>
            <a:endParaRPr lang="en-US" sz="1600" dirty="0"/>
          </a:p>
        </p:txBody>
      </p:sp>
      <p:sp>
        <p:nvSpPr>
          <p:cNvPr id="11" name="氏名2"/>
          <p:cNvSpPr/>
          <p:nvPr/>
        </p:nvSpPr>
        <p:spPr>
          <a:xfrm>
            <a:off x="7513168" y="713232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{{氏名2}}</a:t>
            </a:r>
            <a:endParaRPr lang="en-US" sz="1300" dirty="0"/>
          </a:p>
        </p:txBody>
      </p:sp>
      <p:sp>
        <p:nvSpPr>
          <p:cNvPr id="12" name="共有事項2"/>
          <p:cNvSpPr/>
          <p:nvPr/>
        </p:nvSpPr>
        <p:spPr>
          <a:xfrm>
            <a:off x="6415888" y="1600200"/>
            <a:ext cx="5455768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</a:rPr>
              <a:t>{{共有事項2}}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人の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帯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3" name="写真1" descr="写真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914400" cy="914400"/>
          </a:xfrm>
          <a:prstGeom prst="ellipse">
            <a:avLst/>
          </a:prstGeom>
        </p:spPr>
      </p:pic>
      <p:sp>
        <p:nvSpPr>
          <p:cNvPr id="4" name="役職1"/>
          <p:cNvSpPr/>
          <p:nvPr/>
        </p:nvSpPr>
        <p:spPr>
          <a:xfrm>
            <a:off x="1417320" y="256032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{{アイコン1}} {{役職1}}</a:t>
            </a:r>
            <a:endParaRPr lang="en-US" sz="2000" dirty="0"/>
          </a:p>
        </p:txBody>
      </p:sp>
      <p:sp>
        <p:nvSpPr>
          <p:cNvPr id="5" name="氏名1"/>
          <p:cNvSpPr/>
          <p:nvPr/>
        </p:nvSpPr>
        <p:spPr>
          <a:xfrm>
            <a:off x="1417320" y="71323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{{氏名1}}</a:t>
            </a:r>
            <a:endParaRPr lang="en-US" sz="1500" dirty="0"/>
          </a:p>
        </p:txBody>
      </p:sp>
      <p:sp>
        <p:nvSpPr>
          <p:cNvPr id="6" name="共有事項1"/>
          <p:cNvSpPr/>
          <p:nvPr/>
        </p:nvSpPr>
        <p:spPr>
          <a:xfrm>
            <a:off x="320040" y="1600200"/>
            <a:ext cx="11551615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</a:rPr>
              <a:t>{{共有事項1}}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事前MTG（朝イチMTG）ひな形</dc:title>
  <cp:revision>1</cp:revision>
  <dcterms:created xsi:type="dcterms:W3CDTF">2026-09-27T00:00:00Z</dcterms:created>
  <dcterms:modified xsi:type="dcterms:W3CDTF">2026-09-27T00:00:00Z</dcterms:modified>
</cp:coreProperties>
</file>