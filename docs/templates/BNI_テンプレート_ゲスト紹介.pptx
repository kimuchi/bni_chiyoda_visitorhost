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952" r:id="rId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見本" initials="M" lastIdx="0" clrIdx="0">
    <p:extLst>
      <p:ext uri="{19B8F6BF-5375-455C-9EA6-DF929625EA0E}">
        <p15:presenceInfo xmlns:p15="http://schemas.microsoft.com/office/powerpoint/2012/main" userId="見本" providerId="None"/>
      </p:ext>
    </p:extLst>
  </p:cmAuthor>
  <p:cmAuthor id="2" name="見本" initials="M" lastIdx="1" clrIdx="1">
    <p:extLst>
      <p:ext uri="{19B8F6BF-5375-455C-9EA6-DF929625EA0E}">
        <p15:presenceInfo xmlns:p15="http://schemas.microsoft.com/office/powerpoint/2012/main" userId="見本" providerId="None"/>
      </p:ext>
    </p:extLst>
  </p:cmAuthor>
  <p:cmAuthor id="3" name="見本" initials="M" lastIdx="2" clrIdx="2">
    <p:extLst>
      <p:ext uri="{19B8F6BF-5375-455C-9EA6-DF929625EA0E}">
        <p15:presenceInfo xmlns:p15="http://schemas.microsoft.com/office/powerpoint/2012/main" userId="見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F665-E355-C847-E9DD-A7137A97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A84F6-8F9C-0FD2-FDB6-05C603A1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B1B9A0-A2DA-A2F7-916C-FA6060E3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56AAE2-D9C0-31FE-FA78-5A7C6237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12D4-39B4-2EB4-E704-716F520A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35CB765-A6F0-FE4C-15E6-F4FD357A2B4C}"/>
              </a:ext>
            </a:extLst>
          </p:cNvPr>
          <p:cNvSpPr txBox="1">
            <a:spLocks/>
          </p:cNvSpPr>
          <p:nvPr/>
        </p:nvSpPr>
        <p:spPr>
          <a:xfrm>
            <a:off x="511419" y="471281"/>
            <a:ext cx="11169161" cy="105617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歓迎 本日のゲスト</a:t>
            </a:r>
          </a:p>
        </p:txBody>
      </p:sp>
      <p:pic>
        <p:nvPicPr>
          <p:cNvPr id="27" name="building relationships - vid" descr="building relationships">
            <a:hlinkClick r:id="" action="ppaction://media"/>
            <a:extLst>
              <a:ext uri="{FF2B5EF4-FFF2-40B4-BE49-F238E27FC236}">
                <a16:creationId xmlns:a16="http://schemas.microsoft.com/office/drawing/2014/main" id="{58B234FE-10F3-56D1-FD42-9CAE16EF2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pic>
        <p:nvPicPr>
          <p:cNvPr id="13" name="Marcador de posición de imagen 12" descr="Imagen que contiene hombre, persona, interior, viendo&#10;&#10;Descripción generada automáticamente">
            <a:extLst>
              <a:ext uri="{FF2B5EF4-FFF2-40B4-BE49-F238E27FC236}">
                <a16:creationId xmlns:a16="http://schemas.microsoft.com/office/drawing/2014/main" id="{730065CD-D7F4-F253-0B8E-85E6C11A3E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5343" y="1768723"/>
            <a:ext cx="3805237" cy="3563938"/>
          </a:xfr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5CF416D-4DDB-F478-D3AD-312FB9451E94}"/>
              </a:ext>
            </a:extLst>
          </p:cNvPr>
          <p:cNvGrpSpPr/>
          <p:nvPr/>
        </p:nvGrpSpPr>
        <p:grpSpPr>
          <a:xfrm>
            <a:off x="628335" y="1781423"/>
            <a:ext cx="6948122" cy="2299040"/>
            <a:chOff x="628335" y="1781423"/>
            <a:chExt cx="7247008" cy="2299040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277B349-31BD-77FF-8DAD-49C45DCF5825}"/>
                </a:ext>
              </a:extLst>
            </p:cNvPr>
            <p:cNvCxnSpPr/>
            <p:nvPr/>
          </p:nvCxnSpPr>
          <p:spPr>
            <a:xfrm>
              <a:off x="628335" y="178142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06F831B-A767-6348-516A-8CF0EB316D27}"/>
                </a:ext>
              </a:extLst>
            </p:cNvPr>
            <p:cNvCxnSpPr/>
            <p:nvPr/>
          </p:nvCxnSpPr>
          <p:spPr>
            <a:xfrm>
              <a:off x="628335" y="2926577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B7CA1D6-F118-19BB-BD3E-78C3CE6DD989}"/>
                </a:ext>
              </a:extLst>
            </p:cNvPr>
            <p:cNvCxnSpPr/>
            <p:nvPr/>
          </p:nvCxnSpPr>
          <p:spPr>
            <a:xfrm>
              <a:off x="628335" y="408046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F63057D-4DF7-06EA-9E8E-161DF9F19423}"/>
              </a:ext>
            </a:extLst>
          </p:cNvPr>
          <p:cNvSpPr/>
          <p:nvPr/>
        </p:nvSpPr>
        <p:spPr>
          <a:xfrm>
            <a:off x="628335" y="178142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222536-5967-AF17-86CD-06AE51831D01}"/>
              </a:ext>
            </a:extLst>
          </p:cNvPr>
          <p:cNvSpPr/>
          <p:nvPr/>
        </p:nvSpPr>
        <p:spPr>
          <a:xfrm>
            <a:off x="628335" y="227638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34AA5F-A7B0-AC45-248D-C7294B567530}"/>
              </a:ext>
            </a:extLst>
          </p:cNvPr>
          <p:cNvSpPr/>
          <p:nvPr/>
        </p:nvSpPr>
        <p:spPr>
          <a:xfrm>
            <a:off x="2040137" y="2276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D6420BD-F52E-0172-A28B-F1479EF3BA6B}"/>
              </a:ext>
            </a:extLst>
          </p:cNvPr>
          <p:cNvSpPr/>
          <p:nvPr/>
        </p:nvSpPr>
        <p:spPr>
          <a:xfrm>
            <a:off x="2040136" y="2553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D1AFCF-09EF-29EE-0A32-C417F4FA4EB8}"/>
              </a:ext>
            </a:extLst>
          </p:cNvPr>
          <p:cNvSpPr/>
          <p:nvPr/>
        </p:nvSpPr>
        <p:spPr>
          <a:xfrm>
            <a:off x="2040138" y="178991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伊原 克己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968516-B46C-1D6D-2200-862C676A8BC4}"/>
              </a:ext>
            </a:extLst>
          </p:cNvPr>
          <p:cNvSpPr/>
          <p:nvPr/>
        </p:nvSpPr>
        <p:spPr>
          <a:xfrm>
            <a:off x="628335" y="295371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9A3ECD-7D7D-E76D-59A6-7AA094E28DAD}"/>
              </a:ext>
            </a:extLst>
          </p:cNvPr>
          <p:cNvSpPr/>
          <p:nvPr/>
        </p:nvSpPr>
        <p:spPr>
          <a:xfrm>
            <a:off x="628335" y="344867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4DE2855-31A6-9BC8-7702-C91EE100F513}"/>
              </a:ext>
            </a:extLst>
          </p:cNvPr>
          <p:cNvSpPr/>
          <p:nvPr/>
        </p:nvSpPr>
        <p:spPr>
          <a:xfrm>
            <a:off x="2040137" y="3448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中小企業診断士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8279AE-8AA2-25EF-5D0A-7DDDB7DDB1A3}"/>
              </a:ext>
            </a:extLst>
          </p:cNvPr>
          <p:cNvSpPr/>
          <p:nvPr/>
        </p:nvSpPr>
        <p:spPr>
          <a:xfrm>
            <a:off x="2040136" y="3725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内海 泰司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A599C4-1474-2707-125F-6171E8D6033D}"/>
              </a:ext>
            </a:extLst>
          </p:cNvPr>
          <p:cNvSpPr/>
          <p:nvPr/>
        </p:nvSpPr>
        <p:spPr>
          <a:xfrm>
            <a:off x="2040138" y="296220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石黒 一真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636022-5CB9-A135-B51E-3EF20F0353FD}"/>
              </a:ext>
            </a:extLst>
          </p:cNvPr>
          <p:cNvSpPr/>
          <p:nvPr/>
        </p:nvSpPr>
        <p:spPr>
          <a:xfrm>
            <a:off x="628335" y="4142159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21BDDD-91D2-3C95-EBAE-830DE3A92987}"/>
              </a:ext>
            </a:extLst>
          </p:cNvPr>
          <p:cNvSpPr/>
          <p:nvPr/>
        </p:nvSpPr>
        <p:spPr>
          <a:xfrm>
            <a:off x="628335" y="4637117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FACE5D-4CF0-E032-3388-E98A3B61CFC7}"/>
              </a:ext>
            </a:extLst>
          </p:cNvPr>
          <p:cNvSpPr/>
          <p:nvPr/>
        </p:nvSpPr>
        <p:spPr>
          <a:xfrm>
            <a:off x="2040137" y="4637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カメラマン/スチール写真・映像撮影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8DA1C-684B-FBFC-7C71-021E8646F5F8}"/>
              </a:ext>
            </a:extLst>
          </p:cNvPr>
          <p:cNvSpPr/>
          <p:nvPr/>
        </p:nvSpPr>
        <p:spPr>
          <a:xfrm>
            <a:off x="2040136" y="4914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555792-6261-6986-2757-F1B915A00BA8}"/>
              </a:ext>
            </a:extLst>
          </p:cNvPr>
          <p:cNvSpPr/>
          <p:nvPr/>
        </p:nvSpPr>
        <p:spPr>
          <a:xfrm>
            <a:off x="2040138" y="4150652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大川 和也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