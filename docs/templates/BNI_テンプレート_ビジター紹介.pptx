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5" r:id="rId2"/>
    <p:sldMasterId id="2147483718" r:id="rId3"/>
  </p:sldMasterIdLst>
  <p:notesMasterIdLst>
    <p:notesMasterId r:id="rId7"/>
  </p:notesMasterIdLst>
  <p:handoutMasterIdLst>
    <p:handoutMasterId r:id="rId8"/>
  </p:handoutMasterIdLst>
  <p:sldIdLst>
    <p:sldId id="2007580952" r:id="rId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見本" initials="M" lastIdx="0" clrIdx="0">
    <p:extLst>
      <p:ext uri="{19B8F6BF-5375-455C-9EA6-DF929625EA0E}">
        <p15:presenceInfo xmlns:p15="http://schemas.microsoft.com/office/powerpoint/2012/main" userId="見本" providerId="None"/>
      </p:ext>
    </p:extLst>
  </p:cmAuthor>
  <p:cmAuthor id="2" name="見本" initials="M" lastIdx="1" clrIdx="1">
    <p:extLst>
      <p:ext uri="{19B8F6BF-5375-455C-9EA6-DF929625EA0E}">
        <p15:presenceInfo xmlns:p15="http://schemas.microsoft.com/office/powerpoint/2012/main" userId="見本" providerId="None"/>
      </p:ext>
    </p:extLst>
  </p:cmAuthor>
  <p:cmAuthor id="3" name="見本" initials="M" lastIdx="2" clrIdx="2">
    <p:extLst>
      <p:ext uri="{19B8F6BF-5375-455C-9EA6-DF929625EA0E}">
        <p15:presenceInfo xmlns:p15="http://schemas.microsoft.com/office/powerpoint/2012/main" userId="見本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E11D3D"/>
    <a:srgbClr val="FFFFFF"/>
    <a:srgbClr val="CF2030"/>
    <a:srgbClr val="C00000"/>
    <a:srgbClr val="9A3A3A"/>
    <a:srgbClr val="C9102E"/>
    <a:srgbClr val="CF3020"/>
    <a:srgbClr val="64666A"/>
    <a:srgbClr val="B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8" autoAdjust="0"/>
    <p:restoredTop sz="73253" autoAdjust="0"/>
  </p:normalViewPr>
  <p:slideViewPr>
    <p:cSldViewPr snapToGrid="0">
      <p:cViewPr varScale="1">
        <p:scale>
          <a:sx n="91" d="100"/>
          <a:sy n="91" d="100"/>
        </p:scale>
        <p:origin x="996" y="66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-2673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0294"/>
    </p:cViewPr>
  </p:sorterViewPr>
  <p:notesViewPr>
    <p:cSldViewPr snapToGrid="0">
      <p:cViewPr varScale="1">
        <p:scale>
          <a:sx n="75" d="100"/>
          <a:sy n="75" d="100"/>
        </p:scale>
        <p:origin x="2885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5996" y="1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5C54D-2C19-4125-968F-3903584745FD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5996" y="8773755"/>
            <a:ext cx="3012457" cy="4623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CA17C-8BF8-446E-B00E-90FF84B5AC0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0752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E50EC-8CF9-B14A-A74C-5F6850CA225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9D5DD-ACA7-F840-B1B7-9E1A7F22A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DF665-E355-C847-E9DD-A7137A97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BA84F6-8F9C-0FD2-FDB6-05C603A16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B1B9A0-A2DA-A2F7-916C-FA6060E37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56AAE2-D9C0-31FE-FA78-5A7C62370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F9D5DD-ACA7-F840-B1B7-9E1A7F22A1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761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79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792058" y="546382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1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7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865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39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22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4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6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0655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46BE4C-CF11-4491-8CBD-AAE59F815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5563" y="1583578"/>
            <a:ext cx="4559897" cy="17487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58A23-A55E-4A3E-AC76-54DCAF7EBC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21570" y="4441118"/>
            <a:ext cx="4670430" cy="2445757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B46FE5D-3742-4427-9C5B-94ED5EE98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4862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751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19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0947" y="1894865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4650263" cy="1182756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5888749" y="656994"/>
            <a:ext cx="2124949" cy="2124949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5072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274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CAA939-0FF4-4CB2-997A-32C484386D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1182" y="2079171"/>
            <a:ext cx="9180818" cy="480770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913E43-253A-4125-B6B5-4CEF7FFE1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80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3168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94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0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8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71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594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roved BNI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2FAFB-F83D-414B-BD74-017615231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022" y="180295"/>
            <a:ext cx="8040218" cy="5898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1B0871-CEA7-46DD-9295-03BD20968DF0}"/>
              </a:ext>
            </a:extLst>
          </p:cNvPr>
          <p:cNvSpPr txBox="1"/>
          <p:nvPr userDrawn="1"/>
        </p:nvSpPr>
        <p:spPr>
          <a:xfrm>
            <a:off x="9608423" y="1335348"/>
            <a:ext cx="10823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/>
              <a:t>Do Not </a:t>
            </a:r>
          </a:p>
          <a:p>
            <a:pPr algn="ctr"/>
            <a:r>
              <a:rPr lang="en-US" sz="1200" b="1" dirty="0"/>
              <a:t>Use Other </a:t>
            </a:r>
          </a:p>
          <a:p>
            <a:pPr algn="ctr"/>
            <a:r>
              <a:rPr lang="en-US" sz="1200" b="1" dirty="0"/>
              <a:t>Hues of 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96E87-288D-4E18-A7F4-14D5E33EA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509" y="2179337"/>
            <a:ext cx="1022176" cy="373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D0FA09-E4C1-4D59-B18D-D09636FDA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27" t="35301" r="34948" b="37973"/>
          <a:stretch/>
        </p:blipFill>
        <p:spPr>
          <a:xfrm>
            <a:off x="9309718" y="2787508"/>
            <a:ext cx="1679758" cy="27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8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0947" y="1323704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849" y="536713"/>
            <a:ext cx="10326156" cy="560567"/>
          </a:xfrm>
        </p:spPr>
        <p:txBody>
          <a:bodyPr>
            <a:noAutofit/>
          </a:bodyPr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dirty="0" err="1"/>
              <a:t>Titulo</a:t>
            </a:r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9778B11E-866D-314C-BBC2-98B616473B29}"/>
              </a:ext>
            </a:extLst>
          </p:cNvPr>
          <p:cNvSpPr/>
          <p:nvPr userDrawn="1"/>
        </p:nvSpPr>
        <p:spPr>
          <a:xfrm rot="5400000">
            <a:off x="6825422" y="1584962"/>
            <a:ext cx="1606286" cy="1606286"/>
          </a:xfrm>
          <a:prstGeom prst="rtTriangle">
            <a:avLst/>
          </a:prstGeom>
          <a:solidFill>
            <a:srgbClr val="CF203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55170" y="1864287"/>
            <a:ext cx="3804835" cy="3562888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9C5CE5-683B-4EC1-8CB0-14653E337B8B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33849" y="182009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16FCD82-5585-43FA-B075-31F33C9E909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33849" y="2222644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6A55E90-62A3-4CEC-B562-E3309F149789}"/>
              </a:ext>
            </a:extLst>
          </p:cNvPr>
          <p:cNvCxnSpPr/>
          <p:nvPr userDrawn="1"/>
        </p:nvCxnSpPr>
        <p:spPr>
          <a:xfrm>
            <a:off x="633849" y="274320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2EF4FAA-F8A0-40C5-A78F-C4F24C147573}"/>
              </a:ext>
            </a:extLst>
          </p:cNvPr>
          <p:cNvCxnSpPr/>
          <p:nvPr userDrawn="1"/>
        </p:nvCxnSpPr>
        <p:spPr>
          <a:xfrm>
            <a:off x="625299" y="1188720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D612469-0EA4-4DC7-A346-AF1AC892B9D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25299" y="2932835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F7A58C-101E-4429-A7A1-25E03C0DE4A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08201" y="3429226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0612DA3-A341-4DCB-88A8-85CA01303A8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08201" y="3831775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930C66E-DA9A-4676-8A9E-3CAD18E33AF9}"/>
              </a:ext>
            </a:extLst>
          </p:cNvPr>
          <p:cNvCxnSpPr/>
          <p:nvPr userDrawn="1"/>
        </p:nvCxnSpPr>
        <p:spPr>
          <a:xfrm>
            <a:off x="608201" y="4352331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D3ECBCB-3553-4B08-BAFA-74D7D7E91BC2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08201" y="4567648"/>
            <a:ext cx="4633165" cy="4528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Apellidos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3F8E118-CDCC-4BA0-BA4E-ED2F2E46FF64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591103" y="5064039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Actividad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FD58088-C231-4D57-96CA-874C754C3FA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91103" y="5466588"/>
            <a:ext cx="4633165" cy="3309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Invitado</a:t>
            </a:r>
            <a:r>
              <a:rPr lang="en-US" dirty="0"/>
              <a:t> por: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Apellido</a:t>
            </a:r>
            <a:endParaRPr lang="en-US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0F3BA02-3DEB-49CA-A955-3C8E9DD3BD74}"/>
              </a:ext>
            </a:extLst>
          </p:cNvPr>
          <p:cNvCxnSpPr/>
          <p:nvPr userDrawn="1"/>
        </p:nvCxnSpPr>
        <p:spPr>
          <a:xfrm>
            <a:off x="591103" y="5987144"/>
            <a:ext cx="465026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35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5000"/>
    </mc:Choice>
    <mc:Fallback xmlns=""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572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9070-5776-406C-8382-D7F41968F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A7636-6A95-4962-8FC3-CD9A0988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8566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CB03896-1836-41B9-A806-B5F36E2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17" y="6449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D4A6CE3-C6CD-4F12-A37E-7F5614E32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928" y="1062625"/>
            <a:ext cx="11169650" cy="451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95303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21AF251-A9D8-453B-B07A-09D98E21F3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92058" y="546382"/>
            <a:ext cx="2316256" cy="231625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3F0AD-3B13-4F44-A3E7-9E4FF959C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15353"/>
            <a:ext cx="4633165" cy="4053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2796F8-C0C4-47AB-9E5E-220358CF2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0358" y="457201"/>
            <a:ext cx="5041929" cy="323850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068319-38CA-416F-9C63-2CD7C3ECD0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5910" y="1036061"/>
            <a:ext cx="5033400" cy="4713329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21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792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0CE6-DD4D-4A54-BB74-EAA301F3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A86A5-11A9-420F-A5E0-3221F4CF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502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A4F7-B89C-4624-8C53-A901EAA33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19" y="1058579"/>
            <a:ext cx="5490797" cy="4325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CEA7-0846-429C-BA19-B33ACF1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816" y="1058579"/>
            <a:ext cx="552596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1BF993A-EF70-465C-BBD6-E10F4F0DF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19" y="2403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7745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45EC-518F-4A5B-9F10-F6FEAAD3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999" y="1075713"/>
            <a:ext cx="546857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8D648-BB84-4A24-8F33-2462403CD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004" y="1922143"/>
            <a:ext cx="546857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C91A6-CB77-4929-9C80-01DECAA5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8231"/>
            <a:ext cx="5525964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644D-1145-4DCC-BBAE-6BEE7AAE6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2143"/>
            <a:ext cx="5525964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22D4903-112B-4623-B6AC-0777EBA3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4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81626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D586FA4-FBF2-4332-BD92-04788C6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19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30117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5174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686-6B32-40F2-919E-6A8EB10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36" y="457200"/>
            <a:ext cx="424009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C33F-B546-4CFD-8127-11D65F95A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476876" cy="54038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3DEC-61C0-4EB7-ADA5-282445E8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936" y="2057400"/>
            <a:ext cx="424009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5799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93BC-A4EE-4971-96B7-77BDA44C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04" y="457200"/>
            <a:ext cx="420492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CEB7-776C-49E4-9FB9-6F88017A7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492997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D677-6E29-4736-9C43-A3EADE65C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104" y="2057400"/>
            <a:ext cx="420492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98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7600220-594C-1C45-8392-17C39B7150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63" y="6200421"/>
            <a:ext cx="798042" cy="5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4" r:id="rId3"/>
    <p:sldLayoutId id="214748366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2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99" r:id="rId14"/>
    <p:sldLayoutId id="2147483716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E366C2-445C-8C4D-8274-4B1C66A25E1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963" y="6351103"/>
            <a:ext cx="976497" cy="374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02FF0-C809-8646-916E-1F557617758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68097" y="5813346"/>
            <a:ext cx="2033474" cy="1064866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51039D2-5428-4F9C-983B-E871C7C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85" y="0"/>
            <a:ext cx="11169161" cy="1056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クリックするとマスタータイトルのスタイルを編集できます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9E18-8709-465F-B920-AAE11B63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17" y="1062790"/>
            <a:ext cx="11169161" cy="452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クリックするとマスターのテキストスタイルを編集できます</a:t>
            </a:r>
          </a:p>
          <a:p>
            <a:pPr lvl="1"/>
            <a:r>
              <a:rPr lang="en-US" dirty="0"/>
              <a:t>第2階層</a:t>
            </a:r>
          </a:p>
          <a:p>
            <a:pPr lvl="2"/>
            <a:r>
              <a:rPr lang="en-US" dirty="0"/>
              <a:t>第3階層</a:t>
            </a:r>
          </a:p>
          <a:p>
            <a:pPr lvl="3"/>
            <a:r>
              <a:rPr lang="en-US" dirty="0"/>
              <a:t>第4階層</a:t>
            </a:r>
          </a:p>
          <a:p>
            <a:pPr lvl="4"/>
            <a:r>
              <a:rPr lang="en-US" dirty="0"/>
              <a:t>フィフスレベル</a:t>
            </a:r>
          </a:p>
        </p:txBody>
      </p:sp>
    </p:spTree>
    <p:extLst>
      <p:ext uri="{BB962C8B-B14F-4D97-AF65-F5344CB8AC3E}">
        <p14:creationId xmlns:p14="http://schemas.microsoft.com/office/powerpoint/2010/main" val="421737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12D4-39B4-2EB4-E704-716F520A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35CB765-A6F0-FE4C-15E6-F4FD357A2B4C}"/>
              </a:ext>
            </a:extLst>
          </p:cNvPr>
          <p:cNvSpPr txBox="1">
            <a:spLocks/>
          </p:cNvSpPr>
          <p:nvPr/>
        </p:nvSpPr>
        <p:spPr>
          <a:xfrm>
            <a:off x="511419" y="471281"/>
            <a:ext cx="11169161" cy="105617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歓迎</a:t>
            </a:r>
            <a:r>
              <a:rPr 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本日の</a:t>
            </a:r>
            <a:r>
              <a:rPr lang="en-US" dirty="0" err="1">
                <a:solidFill>
                  <a:srgbClr val="CF203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ビジタ</a:t>
            </a:r>
            <a:r>
              <a:rPr lang="en-US" dirty="0">
                <a:solidFill>
                  <a:srgbClr val="CF203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ー</a:t>
            </a:r>
          </a:p>
        </p:txBody>
      </p:sp>
      <p:pic>
        <p:nvPicPr>
          <p:cNvPr id="27" name="building relationships - vid" descr="building relationships">
            <a:hlinkClick r:id="" action="ppaction://media"/>
            <a:extLst>
              <a:ext uri="{FF2B5EF4-FFF2-40B4-BE49-F238E27FC236}">
                <a16:creationId xmlns:a16="http://schemas.microsoft.com/office/drawing/2014/main" id="{58B234FE-10F3-56D1-FD42-9CAE16EF2F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  <p:pic>
        <p:nvPicPr>
          <p:cNvPr id="13" name="Marcador de posición de imagen 12" descr="Imagen que contiene hombre, persona, interior, viendo&#10;&#10;Descripción generada automáticamente">
            <a:extLst>
              <a:ext uri="{FF2B5EF4-FFF2-40B4-BE49-F238E27FC236}">
                <a16:creationId xmlns:a16="http://schemas.microsoft.com/office/drawing/2014/main" id="{730065CD-D7F4-F253-0B8E-85E6C11A3E9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75343" y="1768723"/>
            <a:ext cx="3805237" cy="3563938"/>
          </a:xfr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65CF416D-4DDB-F478-D3AD-312FB9451E94}"/>
              </a:ext>
            </a:extLst>
          </p:cNvPr>
          <p:cNvGrpSpPr/>
          <p:nvPr/>
        </p:nvGrpSpPr>
        <p:grpSpPr>
          <a:xfrm>
            <a:off x="628335" y="1781423"/>
            <a:ext cx="6948122" cy="2299040"/>
            <a:chOff x="628335" y="1781423"/>
            <a:chExt cx="7247008" cy="2299040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9277B349-31BD-77FF-8DAD-49C45DCF5825}"/>
                </a:ext>
              </a:extLst>
            </p:cNvPr>
            <p:cNvCxnSpPr/>
            <p:nvPr/>
          </p:nvCxnSpPr>
          <p:spPr>
            <a:xfrm>
              <a:off x="628335" y="178142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06F831B-A767-6348-516A-8CF0EB316D27}"/>
                </a:ext>
              </a:extLst>
            </p:cNvPr>
            <p:cNvCxnSpPr/>
            <p:nvPr/>
          </p:nvCxnSpPr>
          <p:spPr>
            <a:xfrm>
              <a:off x="628335" y="2926577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B7CA1D6-F118-19BB-BD3E-78C3CE6DD989}"/>
                </a:ext>
              </a:extLst>
            </p:cNvPr>
            <p:cNvCxnSpPr/>
            <p:nvPr/>
          </p:nvCxnSpPr>
          <p:spPr>
            <a:xfrm>
              <a:off x="628335" y="4080463"/>
              <a:ext cx="72470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F63057D-4DF7-06EA-9E8E-161DF9F19423}"/>
              </a:ext>
            </a:extLst>
          </p:cNvPr>
          <p:cNvSpPr/>
          <p:nvPr/>
        </p:nvSpPr>
        <p:spPr>
          <a:xfrm>
            <a:off x="628335" y="178142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6222536-5967-AF17-86CD-06AE51831D01}"/>
              </a:ext>
            </a:extLst>
          </p:cNvPr>
          <p:cNvSpPr/>
          <p:nvPr/>
        </p:nvSpPr>
        <p:spPr>
          <a:xfrm>
            <a:off x="628335" y="227638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34AA5F-A7B0-AC45-248D-C7294B567530}"/>
              </a:ext>
            </a:extLst>
          </p:cNvPr>
          <p:cNvSpPr/>
          <p:nvPr/>
        </p:nvSpPr>
        <p:spPr>
          <a:xfrm>
            <a:off x="2040137" y="2276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デザイン印刷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D6420BD-F52E-0172-A28B-F1479EF3BA6B}"/>
              </a:ext>
            </a:extLst>
          </p:cNvPr>
          <p:cNvSpPr/>
          <p:nvPr/>
        </p:nvSpPr>
        <p:spPr>
          <a:xfrm>
            <a:off x="2040136" y="255338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D1AFCF-09EF-29EE-0A32-C417F4FA4EB8}"/>
              </a:ext>
            </a:extLst>
          </p:cNvPr>
          <p:cNvSpPr/>
          <p:nvPr/>
        </p:nvSpPr>
        <p:spPr>
          <a:xfrm>
            <a:off x="2040138" y="178991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伊原 克己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5968516-B46C-1D6D-2200-862C676A8BC4}"/>
              </a:ext>
            </a:extLst>
          </p:cNvPr>
          <p:cNvSpPr/>
          <p:nvPr/>
        </p:nvSpPr>
        <p:spPr>
          <a:xfrm>
            <a:off x="628335" y="295371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29A3ECD-7D7D-E76D-59A6-7AA094E28DAD}"/>
              </a:ext>
            </a:extLst>
          </p:cNvPr>
          <p:cNvSpPr/>
          <p:nvPr/>
        </p:nvSpPr>
        <p:spPr>
          <a:xfrm>
            <a:off x="628335" y="3448671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4DE2855-31A6-9BC8-7702-C91EE100F513}"/>
              </a:ext>
            </a:extLst>
          </p:cNvPr>
          <p:cNvSpPr/>
          <p:nvPr/>
        </p:nvSpPr>
        <p:spPr>
          <a:xfrm>
            <a:off x="2040137" y="3448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中小企業診断士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8279AE-8AA2-25EF-5D0A-7DDDB7DDB1A3}"/>
              </a:ext>
            </a:extLst>
          </p:cNvPr>
          <p:cNvSpPr/>
          <p:nvPr/>
        </p:nvSpPr>
        <p:spPr>
          <a:xfrm>
            <a:off x="2040136" y="3725670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内海 泰司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1A599C4-1474-2707-125F-6171E8D6033D}"/>
              </a:ext>
            </a:extLst>
          </p:cNvPr>
          <p:cNvSpPr/>
          <p:nvPr/>
        </p:nvSpPr>
        <p:spPr>
          <a:xfrm>
            <a:off x="2040138" y="2962206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石黒 一真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F636022-5CB9-A135-B51E-3EF20F0353FD}"/>
              </a:ext>
            </a:extLst>
          </p:cNvPr>
          <p:cNvSpPr/>
          <p:nvPr/>
        </p:nvSpPr>
        <p:spPr>
          <a:xfrm>
            <a:off x="628335" y="4142159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D21BDDD-91D2-3C95-EBAE-830DE3A92987}"/>
              </a:ext>
            </a:extLst>
          </p:cNvPr>
          <p:cNvSpPr/>
          <p:nvPr/>
        </p:nvSpPr>
        <p:spPr>
          <a:xfrm>
            <a:off x="628335" y="4637117"/>
            <a:ext cx="1005403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専門分野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600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招待者</a:t>
            </a:r>
            <a:endParaRPr lang="ja-JP" altLang="en-US" sz="2800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FFACE5D-4CF0-E032-3388-E98A3B61CFC7}"/>
              </a:ext>
            </a:extLst>
          </p:cNvPr>
          <p:cNvSpPr/>
          <p:nvPr/>
        </p:nvSpPr>
        <p:spPr>
          <a:xfrm>
            <a:off x="2040137" y="4637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カメラマン/スチール写真・映像撮影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A78DA1C-684B-FBFC-7C71-021E8646F5F8}"/>
              </a:ext>
            </a:extLst>
          </p:cNvPr>
          <p:cNvSpPr/>
          <p:nvPr/>
        </p:nvSpPr>
        <p:spPr>
          <a:xfrm>
            <a:off x="2040136" y="4914116"/>
            <a:ext cx="55363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1600" dirty="0">
                <a:ln w="0"/>
                <a:latin typeface="Meiryo UI" panose="020B0604030504040204" pitchFamily="50" charset="-128"/>
                <a:ea typeface="Meiryo UI" panose="020B0604030504040204" pitchFamily="50" charset="-128"/>
              </a:rPr>
              <a:t>泉 ゆか</a:t>
            </a:r>
            <a:endParaRPr lang="en-US" altLang="ja-JP" sz="1600" dirty="0">
              <a:ln w="0"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555792-6261-6986-2757-F1B915A00BA8}"/>
              </a:ext>
            </a:extLst>
          </p:cNvPr>
          <p:cNvSpPr/>
          <p:nvPr/>
        </p:nvSpPr>
        <p:spPr>
          <a:xfrm>
            <a:off x="2040138" y="4150652"/>
            <a:ext cx="553631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ja-JP" altLang="en-US" sz="2800" b="1" cap="none" spc="0" dirty="0">
                <a:ln w="0"/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大川 和也 様</a:t>
            </a:r>
            <a:endParaRPr lang="ja-JP" altLang="en-US" sz="4400" b="1" cap="none" spc="0" dirty="0">
              <a:ln w="0"/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7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2.xml><?xml version="1.0" encoding="utf-8"?>
<a:theme xmlns:a="http://schemas.openxmlformats.org/drawingml/2006/main" name="1_Custom Design">
  <a:themeElements>
    <a:clrScheme name="BNI Colors">
      <a:dk1>
        <a:srgbClr val="000000"/>
      </a:dk1>
      <a:lt1>
        <a:srgbClr val="FFFFFF"/>
      </a:lt1>
      <a:dk2>
        <a:srgbClr val="CF2030"/>
      </a:dk2>
      <a:lt2>
        <a:srgbClr val="64666A"/>
      </a:lt2>
      <a:accent1>
        <a:srgbClr val="C8C8C8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I PPT Template" id="{A506243F-EDFE-42E5-B171-D81643DB863B}" vid="{EE114906-2E5D-4B27-8D3B-83F3043AB910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 Refresh - Communication Plan (002)" id="{7FB97CB9-66BB-4EEA-8AD9-24A50A0A1A75}" vid="{27874AC4-6B63-4035-B98F-35DD3BEB0DC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ワイド画面</PresentationFormat>
  <Paragraphs>66</Paragraphs>
  <Slides>3</Slides>
  <Notes>3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Meiryo UI</vt:lpstr>
      <vt:lpstr>Arial</vt:lpstr>
      <vt:lpstr>Arial Black</vt:lpstr>
      <vt:lpstr>Calibri</vt:lpstr>
      <vt:lpstr>Custom Design</vt:lpstr>
      <vt:lpstr>1_Custom Design</vt:lpstr>
      <vt:lpstr>2_Custom Design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2981</cp:revision>
  <cp:lastPrinted>2023-08-15T10:09:06Z</cp:lastPrinted>
  <dcterms:created xsi:type="dcterms:W3CDTF">2020-04-22T15:10:35Z</dcterms:created>
  <dcterms:modified xsi:type="dcterms:W3CDTF">2026-09-23T12:29:52Z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3b9e9-5d89-45b0-bd92-22edbafde660_Enabled">
    <vt:lpwstr>true</vt:lpwstr>
  </property>
  <property fmtid="{D5CDD505-2E9C-101B-9397-08002B2CF9AE}" pid="3" name="MSIP_Label_d273b9e9-5d89-45b0-bd92-22edbafde660_SetDate">
    <vt:lpwstr>2025-11-18T07:08:39Z</vt:lpwstr>
  </property>
  <property fmtid="{D5CDD505-2E9C-101B-9397-08002B2CF9AE}" pid="4" name="MSIP_Label_d273b9e9-5d89-45b0-bd92-22edbafde660_Method">
    <vt:lpwstr>Standard</vt:lpwstr>
  </property>
  <property fmtid="{D5CDD505-2E9C-101B-9397-08002B2CF9AE}" pid="5" name="MSIP_Label_d273b9e9-5d89-45b0-bd92-22edbafde660_Name">
    <vt:lpwstr>ALJ_Internal</vt:lpwstr>
  </property>
  <property fmtid="{D5CDD505-2E9C-101B-9397-08002B2CF9AE}" pid="6" name="MSIP_Label_d273b9e9-5d89-45b0-bd92-22edbafde660_SiteId">
    <vt:lpwstr>396b38cc-aa65-492b-bb0e-3d94ed25a97b</vt:lpwstr>
  </property>
  <property fmtid="{D5CDD505-2E9C-101B-9397-08002B2CF9AE}" pid="7" name="MSIP_Label_d273b9e9-5d89-45b0-bd92-22edbafde660_ActionId">
    <vt:lpwstr>bc4d2ba2-d56e-4b4e-8fa6-bca50515101a</vt:lpwstr>
  </property>
  <property fmtid="{D5CDD505-2E9C-101B-9397-08002B2CF9AE}" pid="8" name="MSIP_Label_d273b9e9-5d89-45b0-bd92-22edbafde660_ContentBits">
    <vt:lpwstr>0</vt:lpwstr>
  </property>
</Properties>
</file>